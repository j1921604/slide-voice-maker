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autoCompressPictures="0">
  <p:sldMasterIdLst>
    <p:sldMasterId id="2147483655" r:id="rId4"/>
  </p:sldMasterIdLst>
  <p:notesMasterIdLst>
    <p:notesMasterId r:id="rId6"/>
  </p:notesMasterIdLst>
  <p:handoutMasterIdLst>
    <p:handoutMasterId r:id="rId7"/>
  </p:handoutMasterIdLst>
  <p:sldIdLst>
    <p:sldId id="298" r:id="rId5"/>
  </p:sldIdLst>
  <p:sldSz cx="8632825" cy="2697163"/>
  <p:notesSz cx="6858000" cy="9144000"/>
  <p:defaultTextStyle>
    <a:defPPr>
      <a:defRPr lang="ja-JP"/>
    </a:defPPr>
    <a:lvl1pPr marL="0" algn="l" defTabSz="271897" rtl="0" eaLnBrk="1" latinLnBrk="0" hangingPunct="1">
      <a:defRPr kumimoji="1" sz="1070" kern="1200">
        <a:solidFill>
          <a:schemeClr val="tx1"/>
        </a:solidFill>
        <a:latin typeface="+mn-lt"/>
        <a:ea typeface="+mn-ea"/>
        <a:cs typeface="+mn-cs"/>
      </a:defRPr>
    </a:lvl1pPr>
    <a:lvl2pPr marL="271897" algn="l" defTabSz="271897" rtl="0" eaLnBrk="1" latinLnBrk="0" hangingPunct="1">
      <a:defRPr kumimoji="1" sz="1070" kern="1200">
        <a:solidFill>
          <a:schemeClr val="tx1"/>
        </a:solidFill>
        <a:latin typeface="+mn-lt"/>
        <a:ea typeface="+mn-ea"/>
        <a:cs typeface="+mn-cs"/>
      </a:defRPr>
    </a:lvl2pPr>
    <a:lvl3pPr marL="543794" algn="l" defTabSz="271897" rtl="0" eaLnBrk="1" latinLnBrk="0" hangingPunct="1">
      <a:defRPr kumimoji="1" sz="1070" kern="1200">
        <a:solidFill>
          <a:schemeClr val="tx1"/>
        </a:solidFill>
        <a:latin typeface="+mn-lt"/>
        <a:ea typeface="+mn-ea"/>
        <a:cs typeface="+mn-cs"/>
      </a:defRPr>
    </a:lvl3pPr>
    <a:lvl4pPr marL="815691" algn="l" defTabSz="271897" rtl="0" eaLnBrk="1" latinLnBrk="0" hangingPunct="1">
      <a:defRPr kumimoji="1" sz="1070" kern="1200">
        <a:solidFill>
          <a:schemeClr val="tx1"/>
        </a:solidFill>
        <a:latin typeface="+mn-lt"/>
        <a:ea typeface="+mn-ea"/>
        <a:cs typeface="+mn-cs"/>
      </a:defRPr>
    </a:lvl4pPr>
    <a:lvl5pPr marL="1087587" algn="l" defTabSz="271897" rtl="0" eaLnBrk="1" latinLnBrk="0" hangingPunct="1">
      <a:defRPr kumimoji="1" sz="1070" kern="1200">
        <a:solidFill>
          <a:schemeClr val="tx1"/>
        </a:solidFill>
        <a:latin typeface="+mn-lt"/>
        <a:ea typeface="+mn-ea"/>
        <a:cs typeface="+mn-cs"/>
      </a:defRPr>
    </a:lvl5pPr>
    <a:lvl6pPr marL="1359484" algn="l" defTabSz="271897" rtl="0" eaLnBrk="1" latinLnBrk="0" hangingPunct="1">
      <a:defRPr kumimoji="1" sz="1070" kern="1200">
        <a:solidFill>
          <a:schemeClr val="tx1"/>
        </a:solidFill>
        <a:latin typeface="+mn-lt"/>
        <a:ea typeface="+mn-ea"/>
        <a:cs typeface="+mn-cs"/>
      </a:defRPr>
    </a:lvl6pPr>
    <a:lvl7pPr marL="1631381" algn="l" defTabSz="271897" rtl="0" eaLnBrk="1" latinLnBrk="0" hangingPunct="1">
      <a:defRPr kumimoji="1" sz="1070" kern="1200">
        <a:solidFill>
          <a:schemeClr val="tx1"/>
        </a:solidFill>
        <a:latin typeface="+mn-lt"/>
        <a:ea typeface="+mn-ea"/>
        <a:cs typeface="+mn-cs"/>
      </a:defRPr>
    </a:lvl7pPr>
    <a:lvl8pPr marL="1903278" algn="l" defTabSz="271897" rtl="0" eaLnBrk="1" latinLnBrk="0" hangingPunct="1">
      <a:defRPr kumimoji="1" sz="1070" kern="1200">
        <a:solidFill>
          <a:schemeClr val="tx1"/>
        </a:solidFill>
        <a:latin typeface="+mn-lt"/>
        <a:ea typeface="+mn-ea"/>
        <a:cs typeface="+mn-cs"/>
      </a:defRPr>
    </a:lvl8pPr>
    <a:lvl9pPr marL="2175175" algn="l" defTabSz="271897" rtl="0" eaLnBrk="1" latinLnBrk="0" hangingPunct="1">
      <a:defRPr kumimoji="1" sz="107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既定のセクション" id="{DACC7EA8-93AE-4464-AD79-41599CBC1FBF}">
          <p14:sldIdLst>
            <p14:sldId id="29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41"/>
    <a:srgbClr val="FF00FF"/>
    <a:srgbClr val="88C9DE"/>
    <a:srgbClr val="000000"/>
    <a:srgbClr val="CED3D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2" d="100"/>
          <a:sy n="142" d="100"/>
        </p:scale>
        <p:origin x="132" y="13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河合 寿人(Hisato Kawai)" userId="S::j1933501@jera.co.jp::216780ff-c138-4097-8a2b-a6d3fac060ac" providerId="AD" clId="Web-{B6A426B0-F9D3-A09C-BBFE-34C1874824CC}"/>
    <pc:docChg chg="modSld">
      <pc:chgData name="河合 寿人(Hisato Kawai)" userId="S::j1933501@jera.co.jp::216780ff-c138-4097-8a2b-a6d3fac060ac" providerId="AD" clId="Web-{B6A426B0-F9D3-A09C-BBFE-34C1874824CC}" dt="2026-01-22T08:29:10.910" v="123" actId="20577"/>
      <pc:docMkLst>
        <pc:docMk/>
      </pc:docMkLst>
      <pc:sldChg chg="modSp">
        <pc:chgData name="河合 寿人(Hisato Kawai)" userId="S::j1933501@jera.co.jp::216780ff-c138-4097-8a2b-a6d3fac060ac" providerId="AD" clId="Web-{B6A426B0-F9D3-A09C-BBFE-34C1874824CC}" dt="2026-01-22T08:29:10.910" v="123" actId="20577"/>
        <pc:sldMkLst>
          <pc:docMk/>
          <pc:sldMk cId="0" sldId="298"/>
        </pc:sldMkLst>
      </pc:sldChg>
    </pc:docChg>
  </pc:docChgLst>
  <pc:docChgLst>
    <pc:chgData name="河合 寿人(Hisato Kawai)" userId="S::j1933501@jera.co.jp::216780ff-c138-4097-8a2b-a6d3fac060ac" providerId="AD" clId="Web-{6E88E541-7EE4-696C-4541-D8043EE4D57E}"/>
    <pc:docChg chg="modSld">
      <pc:chgData name="河合 寿人(Hisato Kawai)" userId="S::j1933501@jera.co.jp::216780ff-c138-4097-8a2b-a6d3fac060ac" providerId="AD" clId="Web-{6E88E541-7EE4-696C-4541-D8043EE4D57E}" dt="2026-01-22T08:34:01.517" v="70" actId="20577"/>
      <pc:docMkLst>
        <pc:docMk/>
      </pc:docMkLst>
      <pc:sldChg chg="modSp">
        <pc:chgData name="河合 寿人(Hisato Kawai)" userId="S::j1933501@jera.co.jp::216780ff-c138-4097-8a2b-a6d3fac060ac" providerId="AD" clId="Web-{6E88E541-7EE4-696C-4541-D8043EE4D57E}" dt="2026-01-22T08:34:01.517" v="70" actId="20577"/>
        <pc:sldMkLst>
          <pc:docMk/>
          <pc:sldMk cId="0" sldId="298"/>
        </pc:sldMkLst>
      </pc:sldChg>
    </pc:docChg>
  </pc:docChgLst>
  <pc:docChgLst>
    <pc:chgData name="河合 寿人(Hisato Kawai)" userId="216780ff-c138-4097-8a2b-a6d3fac060ac" providerId="ADAL" clId="{A3D3B053-CA31-4356-8216-5D21C50B19F4}"/>
    <pc:docChg chg="modSld">
      <pc:chgData name="河合 寿人(Hisato Kawai)" userId="216780ff-c138-4097-8a2b-a6d3fac060ac" providerId="ADAL" clId="{A3D3B053-CA31-4356-8216-5D21C50B19F4}" dt="2026-01-22T08:30:04.109" v="7" actId="255"/>
      <pc:docMkLst>
        <pc:docMk/>
      </pc:docMkLst>
      <pc:sldChg chg="modSp mod">
        <pc:chgData name="河合 寿人(Hisato Kawai)" userId="216780ff-c138-4097-8a2b-a6d3fac060ac" providerId="ADAL" clId="{A3D3B053-CA31-4356-8216-5D21C50B19F4}" dt="2026-01-22T08:30:04.109" v="7" actId="255"/>
        <pc:sldMkLst>
          <pc:docMk/>
          <pc:sldMk cId="0" sldId="298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2C4386-B183-654C-9E7B-D52C24951AF5}" type="datetimeFigureOut">
              <a:rPr kumimoji="1" lang="ja-JP" altLang="en-US" smtClean="0"/>
              <a:t>2026/1/28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9A9920-5521-E443-8442-9DB0AECE166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C62E43-6BEB-E141-BAB0-607A387E4360}" type="datetimeFigureOut">
              <a:rPr kumimoji="1" lang="ja-JP" altLang="en-US" smtClean="0"/>
              <a:t>2026/1/28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-2057400" y="685800"/>
            <a:ext cx="109728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7D24CB-8007-374D-9E08-03A8819812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271897" rtl="0" eaLnBrk="1" latinLnBrk="0" hangingPunct="1">
      <a:defRPr kumimoji="1" sz="714" kern="1200">
        <a:solidFill>
          <a:schemeClr val="tx1"/>
        </a:solidFill>
        <a:latin typeface="+mn-lt"/>
        <a:ea typeface="+mn-ea"/>
        <a:cs typeface="+mn-cs"/>
      </a:defRPr>
    </a:lvl1pPr>
    <a:lvl2pPr marL="271897" algn="l" defTabSz="271897" rtl="0" eaLnBrk="1" latinLnBrk="0" hangingPunct="1">
      <a:defRPr kumimoji="1" sz="714" kern="1200">
        <a:solidFill>
          <a:schemeClr val="tx1"/>
        </a:solidFill>
        <a:latin typeface="+mn-lt"/>
        <a:ea typeface="+mn-ea"/>
        <a:cs typeface="+mn-cs"/>
      </a:defRPr>
    </a:lvl2pPr>
    <a:lvl3pPr marL="543794" algn="l" defTabSz="271897" rtl="0" eaLnBrk="1" latinLnBrk="0" hangingPunct="1">
      <a:defRPr kumimoji="1" sz="714" kern="1200">
        <a:solidFill>
          <a:schemeClr val="tx1"/>
        </a:solidFill>
        <a:latin typeface="+mn-lt"/>
        <a:ea typeface="+mn-ea"/>
        <a:cs typeface="+mn-cs"/>
      </a:defRPr>
    </a:lvl3pPr>
    <a:lvl4pPr marL="815691" algn="l" defTabSz="271897" rtl="0" eaLnBrk="1" latinLnBrk="0" hangingPunct="1">
      <a:defRPr kumimoji="1" sz="714" kern="1200">
        <a:solidFill>
          <a:schemeClr val="tx1"/>
        </a:solidFill>
        <a:latin typeface="+mn-lt"/>
        <a:ea typeface="+mn-ea"/>
        <a:cs typeface="+mn-cs"/>
      </a:defRPr>
    </a:lvl4pPr>
    <a:lvl5pPr marL="1087587" algn="l" defTabSz="271897" rtl="0" eaLnBrk="1" latinLnBrk="0" hangingPunct="1">
      <a:defRPr kumimoji="1" sz="714" kern="1200">
        <a:solidFill>
          <a:schemeClr val="tx1"/>
        </a:solidFill>
        <a:latin typeface="+mn-lt"/>
        <a:ea typeface="+mn-ea"/>
        <a:cs typeface="+mn-cs"/>
      </a:defRPr>
    </a:lvl5pPr>
    <a:lvl6pPr marL="1359484" algn="l" defTabSz="271897" rtl="0" eaLnBrk="1" latinLnBrk="0" hangingPunct="1">
      <a:defRPr kumimoji="1" sz="714" kern="1200">
        <a:solidFill>
          <a:schemeClr val="tx1"/>
        </a:solidFill>
        <a:latin typeface="+mn-lt"/>
        <a:ea typeface="+mn-ea"/>
        <a:cs typeface="+mn-cs"/>
      </a:defRPr>
    </a:lvl6pPr>
    <a:lvl7pPr marL="1631381" algn="l" defTabSz="271897" rtl="0" eaLnBrk="1" latinLnBrk="0" hangingPunct="1">
      <a:defRPr kumimoji="1" sz="714" kern="1200">
        <a:solidFill>
          <a:schemeClr val="tx1"/>
        </a:solidFill>
        <a:latin typeface="+mn-lt"/>
        <a:ea typeface="+mn-ea"/>
        <a:cs typeface="+mn-cs"/>
      </a:defRPr>
    </a:lvl7pPr>
    <a:lvl8pPr marL="1903278" algn="l" defTabSz="271897" rtl="0" eaLnBrk="1" latinLnBrk="0" hangingPunct="1">
      <a:defRPr kumimoji="1" sz="714" kern="1200">
        <a:solidFill>
          <a:schemeClr val="tx1"/>
        </a:solidFill>
        <a:latin typeface="+mn-lt"/>
        <a:ea typeface="+mn-ea"/>
        <a:cs typeface="+mn-cs"/>
      </a:defRPr>
    </a:lvl8pPr>
    <a:lvl9pPr marL="2175175" algn="l" defTabSz="271897" rtl="0" eaLnBrk="1" latinLnBrk="0" hangingPunct="1">
      <a:defRPr kumimoji="1" sz="714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7D24CB-8007-374D-9E08-03A8819812E8}" type="slidenum">
              <a:rPr kumimoji="1" lang="ja-JP" altLang="en-US" smtClean="0"/>
              <a:t>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418743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本文_リード文な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969389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751387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hf hdr="0" ftr="0" dt="0"/>
  <p:txStyles>
    <p:titleStyle>
      <a:lvl1pPr algn="l" defTabSz="359634" rtl="0" eaLnBrk="1" latinLnBrk="0" hangingPunct="1">
        <a:lnSpc>
          <a:spcPct val="90000"/>
        </a:lnSpc>
        <a:spcBef>
          <a:spcPct val="0"/>
        </a:spcBef>
        <a:buNone/>
        <a:defRPr kumimoji="1" sz="173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9908" indent="-89908" algn="l" defTabSz="359634" rtl="0" eaLnBrk="1" latinLnBrk="0" hangingPunct="1">
        <a:lnSpc>
          <a:spcPct val="90000"/>
        </a:lnSpc>
        <a:spcBef>
          <a:spcPts val="393"/>
        </a:spcBef>
        <a:buFont typeface="Arial" panose="020B0604020202020204" pitchFamily="34" charset="0"/>
        <a:buChar char="•"/>
        <a:defRPr kumimoji="1" sz="1101" kern="1200">
          <a:solidFill>
            <a:schemeClr val="tx1"/>
          </a:solidFill>
          <a:latin typeface="+mn-lt"/>
          <a:ea typeface="+mn-ea"/>
          <a:cs typeface="+mn-cs"/>
        </a:defRPr>
      </a:lvl1pPr>
      <a:lvl2pPr marL="269725" indent="-89908" algn="l" defTabSz="359634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kumimoji="1" sz="944" kern="1200">
          <a:solidFill>
            <a:schemeClr val="tx1"/>
          </a:solidFill>
          <a:latin typeface="+mn-lt"/>
          <a:ea typeface="+mn-ea"/>
          <a:cs typeface="+mn-cs"/>
        </a:defRPr>
      </a:lvl2pPr>
      <a:lvl3pPr marL="449542" indent="-89908" algn="l" defTabSz="359634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kumimoji="1" sz="787" kern="1200">
          <a:solidFill>
            <a:schemeClr val="tx1"/>
          </a:solidFill>
          <a:latin typeface="+mn-lt"/>
          <a:ea typeface="+mn-ea"/>
          <a:cs typeface="+mn-cs"/>
        </a:defRPr>
      </a:lvl3pPr>
      <a:lvl4pPr marL="629359" indent="-89908" algn="l" defTabSz="359634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kumimoji="1" sz="708" kern="1200">
          <a:solidFill>
            <a:schemeClr val="tx1"/>
          </a:solidFill>
          <a:latin typeface="+mn-lt"/>
          <a:ea typeface="+mn-ea"/>
          <a:cs typeface="+mn-cs"/>
        </a:defRPr>
      </a:lvl4pPr>
      <a:lvl5pPr marL="809175" indent="-89908" algn="l" defTabSz="359634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kumimoji="1" sz="708" kern="1200">
          <a:solidFill>
            <a:schemeClr val="tx1"/>
          </a:solidFill>
          <a:latin typeface="+mn-lt"/>
          <a:ea typeface="+mn-ea"/>
          <a:cs typeface="+mn-cs"/>
        </a:defRPr>
      </a:lvl5pPr>
      <a:lvl6pPr marL="988992" indent="-89908" algn="l" defTabSz="359634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kumimoji="1" sz="708" kern="1200">
          <a:solidFill>
            <a:schemeClr val="tx1"/>
          </a:solidFill>
          <a:latin typeface="+mn-lt"/>
          <a:ea typeface="+mn-ea"/>
          <a:cs typeface="+mn-cs"/>
        </a:defRPr>
      </a:lvl6pPr>
      <a:lvl7pPr marL="1168809" indent="-89908" algn="l" defTabSz="359634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kumimoji="1" sz="708" kern="1200">
          <a:solidFill>
            <a:schemeClr val="tx1"/>
          </a:solidFill>
          <a:latin typeface="+mn-lt"/>
          <a:ea typeface="+mn-ea"/>
          <a:cs typeface="+mn-cs"/>
        </a:defRPr>
      </a:lvl7pPr>
      <a:lvl8pPr marL="1348626" indent="-89908" algn="l" defTabSz="359634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kumimoji="1" sz="708" kern="1200">
          <a:solidFill>
            <a:schemeClr val="tx1"/>
          </a:solidFill>
          <a:latin typeface="+mn-lt"/>
          <a:ea typeface="+mn-ea"/>
          <a:cs typeface="+mn-cs"/>
        </a:defRPr>
      </a:lvl8pPr>
      <a:lvl9pPr marL="1528442" indent="-89908" algn="l" defTabSz="359634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kumimoji="1" sz="70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59634" rtl="0" eaLnBrk="1" latinLnBrk="0" hangingPunct="1">
        <a:defRPr kumimoji="1" sz="708" kern="1200">
          <a:solidFill>
            <a:schemeClr val="tx1"/>
          </a:solidFill>
          <a:latin typeface="+mn-lt"/>
          <a:ea typeface="+mn-ea"/>
          <a:cs typeface="+mn-cs"/>
        </a:defRPr>
      </a:lvl1pPr>
      <a:lvl2pPr marL="179817" algn="l" defTabSz="359634" rtl="0" eaLnBrk="1" latinLnBrk="0" hangingPunct="1">
        <a:defRPr kumimoji="1" sz="708" kern="1200">
          <a:solidFill>
            <a:schemeClr val="tx1"/>
          </a:solidFill>
          <a:latin typeface="+mn-lt"/>
          <a:ea typeface="+mn-ea"/>
          <a:cs typeface="+mn-cs"/>
        </a:defRPr>
      </a:lvl2pPr>
      <a:lvl3pPr marL="359634" algn="l" defTabSz="359634" rtl="0" eaLnBrk="1" latinLnBrk="0" hangingPunct="1">
        <a:defRPr kumimoji="1" sz="708" kern="1200">
          <a:solidFill>
            <a:schemeClr val="tx1"/>
          </a:solidFill>
          <a:latin typeface="+mn-lt"/>
          <a:ea typeface="+mn-ea"/>
          <a:cs typeface="+mn-cs"/>
        </a:defRPr>
      </a:lvl3pPr>
      <a:lvl4pPr marL="539450" algn="l" defTabSz="359634" rtl="0" eaLnBrk="1" latinLnBrk="0" hangingPunct="1">
        <a:defRPr kumimoji="1" sz="708" kern="1200">
          <a:solidFill>
            <a:schemeClr val="tx1"/>
          </a:solidFill>
          <a:latin typeface="+mn-lt"/>
          <a:ea typeface="+mn-ea"/>
          <a:cs typeface="+mn-cs"/>
        </a:defRPr>
      </a:lvl4pPr>
      <a:lvl5pPr marL="719267" algn="l" defTabSz="359634" rtl="0" eaLnBrk="1" latinLnBrk="0" hangingPunct="1">
        <a:defRPr kumimoji="1" sz="708" kern="1200">
          <a:solidFill>
            <a:schemeClr val="tx1"/>
          </a:solidFill>
          <a:latin typeface="+mn-lt"/>
          <a:ea typeface="+mn-ea"/>
          <a:cs typeface="+mn-cs"/>
        </a:defRPr>
      </a:lvl5pPr>
      <a:lvl6pPr marL="899084" algn="l" defTabSz="359634" rtl="0" eaLnBrk="1" latinLnBrk="0" hangingPunct="1">
        <a:defRPr kumimoji="1" sz="708" kern="1200">
          <a:solidFill>
            <a:schemeClr val="tx1"/>
          </a:solidFill>
          <a:latin typeface="+mn-lt"/>
          <a:ea typeface="+mn-ea"/>
          <a:cs typeface="+mn-cs"/>
        </a:defRPr>
      </a:lvl6pPr>
      <a:lvl7pPr marL="1078901" algn="l" defTabSz="359634" rtl="0" eaLnBrk="1" latinLnBrk="0" hangingPunct="1">
        <a:defRPr kumimoji="1" sz="708" kern="1200">
          <a:solidFill>
            <a:schemeClr val="tx1"/>
          </a:solidFill>
          <a:latin typeface="+mn-lt"/>
          <a:ea typeface="+mn-ea"/>
          <a:cs typeface="+mn-cs"/>
        </a:defRPr>
      </a:lvl7pPr>
      <a:lvl8pPr marL="1258717" algn="l" defTabSz="359634" rtl="0" eaLnBrk="1" latinLnBrk="0" hangingPunct="1">
        <a:defRPr kumimoji="1" sz="708" kern="1200">
          <a:solidFill>
            <a:schemeClr val="tx1"/>
          </a:solidFill>
          <a:latin typeface="+mn-lt"/>
          <a:ea typeface="+mn-ea"/>
          <a:cs typeface="+mn-cs"/>
        </a:defRPr>
      </a:lvl8pPr>
      <a:lvl9pPr marL="1438534" algn="l" defTabSz="359634" rtl="0" eaLnBrk="1" latinLnBrk="0" hangingPunct="1">
        <a:defRPr kumimoji="1" sz="70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 descr="アイコン&#10;&#10;自動的に生成された説明">
            <a:extLst>
              <a:ext uri="{FF2B5EF4-FFF2-40B4-BE49-F238E27FC236}">
                <a16:creationId xmlns:a16="http://schemas.microsoft.com/office/drawing/2014/main" id="{7C2EE89E-ED08-FC89-2D7C-623B8BB930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32000"/>
            <a:ext cx="2015997" cy="2015997"/>
          </a:xfrm>
          <a:prstGeom prst="rect">
            <a:avLst/>
          </a:prstGeom>
        </p:spPr>
      </p:pic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BDB84921-F0C6-BD0B-D424-EEA5586B0458}"/>
              </a:ext>
            </a:extLst>
          </p:cNvPr>
          <p:cNvSpPr txBox="1"/>
          <p:nvPr/>
        </p:nvSpPr>
        <p:spPr>
          <a:xfrm>
            <a:off x="0" y="1728000"/>
            <a:ext cx="2160000" cy="97200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0000"/>
                  <a:lumOff val="40000"/>
                  <a:tint val="66000"/>
                  <a:satMod val="160000"/>
                  <a:alpha val="0"/>
                </a:schemeClr>
              </a:gs>
              <a:gs pos="50000">
                <a:schemeClr val="accent5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5">
                  <a:lumMod val="60000"/>
                  <a:lumOff val="40000"/>
                  <a:tint val="23500"/>
                  <a:satMod val="160000"/>
                </a:schemeClr>
              </a:gs>
            </a:gsLst>
            <a:lin ang="2700000" scaled="1"/>
            <a:tileRect/>
          </a:gradFill>
        </p:spPr>
        <p:txBody>
          <a:bodyPr wrap="square" rtlCol="0">
            <a:spAutoFit/>
          </a:bodyPr>
          <a:lstStyle/>
          <a:p>
            <a:r>
              <a:rPr kumimoji="1" lang="zh-TW" altLang="en-US" sz="1200" b="1" dirty="0">
                <a:solidFill>
                  <a:srgbClr val="0070C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開催日：</a:t>
            </a:r>
          </a:p>
          <a:p>
            <a:r>
              <a:rPr kumimoji="1" lang="en-US" altLang="zh-TW" sz="1200" b="1" dirty="0">
                <a:solidFill>
                  <a:srgbClr val="0070C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2/  5(</a:t>
            </a:r>
            <a:r>
              <a:rPr kumimoji="1" lang="zh-TW" altLang="en-US" sz="1200" b="1" dirty="0">
                <a:solidFill>
                  <a:srgbClr val="0070C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木</a:t>
            </a:r>
            <a:r>
              <a:rPr kumimoji="1" lang="en-US" altLang="zh-TW" sz="1200" b="1" dirty="0">
                <a:solidFill>
                  <a:srgbClr val="0070C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) 13:05</a:t>
            </a:r>
            <a:r>
              <a:rPr kumimoji="1" lang="zh-TW" altLang="en-US" sz="1200" b="1" dirty="0">
                <a:solidFill>
                  <a:srgbClr val="0070C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～</a:t>
            </a:r>
            <a:r>
              <a:rPr kumimoji="1" lang="en-US" altLang="zh-TW" sz="1200" b="1" dirty="0">
                <a:solidFill>
                  <a:srgbClr val="0070C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13:55</a:t>
            </a:r>
          </a:p>
          <a:p>
            <a:r>
              <a:rPr kumimoji="1" lang="en-US" altLang="zh-TW" sz="1200" b="1" dirty="0">
                <a:solidFill>
                  <a:srgbClr val="0070C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2/13(</a:t>
            </a:r>
            <a:r>
              <a:rPr kumimoji="1" lang="zh-TW" altLang="en-US" sz="1200" b="1" dirty="0">
                <a:solidFill>
                  <a:srgbClr val="0070C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金</a:t>
            </a:r>
            <a:r>
              <a:rPr kumimoji="1" lang="en-US" altLang="zh-TW" sz="1200" b="1" dirty="0">
                <a:solidFill>
                  <a:srgbClr val="0070C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) 11:00</a:t>
            </a:r>
            <a:r>
              <a:rPr kumimoji="1" lang="zh-TW" altLang="en-US" sz="1200" b="1" dirty="0">
                <a:solidFill>
                  <a:srgbClr val="0070C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～</a:t>
            </a:r>
            <a:r>
              <a:rPr kumimoji="1" lang="en-US" altLang="zh-TW" sz="1200" b="1" dirty="0">
                <a:solidFill>
                  <a:srgbClr val="0070C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11:50</a:t>
            </a:r>
          </a:p>
          <a:p>
            <a:r>
              <a:rPr kumimoji="1" lang="en-US" altLang="zh-TW" sz="1200" b="1" dirty="0">
                <a:solidFill>
                  <a:srgbClr val="0070C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2/18(</a:t>
            </a:r>
            <a:r>
              <a:rPr kumimoji="1" lang="zh-TW" altLang="en-US" sz="1200" b="1" dirty="0">
                <a:solidFill>
                  <a:srgbClr val="0070C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水</a:t>
            </a:r>
            <a:r>
              <a:rPr kumimoji="1" lang="en-US" altLang="zh-TW" sz="1200" b="1" dirty="0">
                <a:solidFill>
                  <a:srgbClr val="0070C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) 11:00</a:t>
            </a:r>
            <a:r>
              <a:rPr kumimoji="1" lang="zh-TW" altLang="en-US" sz="1200" b="1" dirty="0">
                <a:solidFill>
                  <a:srgbClr val="0070C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～</a:t>
            </a:r>
            <a:r>
              <a:rPr kumimoji="1" lang="en-US" altLang="zh-TW" sz="1200" b="1" dirty="0">
                <a:solidFill>
                  <a:srgbClr val="0070C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11:50</a:t>
            </a:r>
          </a:p>
          <a:p>
            <a:r>
              <a:rPr kumimoji="1" lang="en-US" altLang="zh-TW" sz="1200" b="1" dirty="0">
                <a:solidFill>
                  <a:srgbClr val="0070C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2/24(</a:t>
            </a:r>
            <a:r>
              <a:rPr kumimoji="1" lang="zh-TW" altLang="en-US" sz="1200" b="1" dirty="0">
                <a:solidFill>
                  <a:srgbClr val="0070C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火</a:t>
            </a:r>
            <a:r>
              <a:rPr kumimoji="1" lang="en-US" altLang="zh-TW" sz="1200" b="1" dirty="0">
                <a:solidFill>
                  <a:srgbClr val="0070C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) 13:05</a:t>
            </a:r>
            <a:r>
              <a:rPr kumimoji="1" lang="zh-TW" altLang="en-US" sz="1200" b="1" dirty="0">
                <a:solidFill>
                  <a:srgbClr val="0070C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～</a:t>
            </a:r>
            <a:r>
              <a:rPr kumimoji="1" lang="en-US" altLang="zh-TW" sz="1200" b="1" dirty="0">
                <a:solidFill>
                  <a:srgbClr val="0070C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13:55</a:t>
            </a:r>
            <a:endParaRPr kumimoji="1" lang="ja-JP" altLang="en-US" sz="1200" b="1" dirty="0">
              <a:solidFill>
                <a:srgbClr val="0070C0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11" name="Freeform 2">
            <a:extLst>
              <a:ext uri="{FF2B5EF4-FFF2-40B4-BE49-F238E27FC236}">
                <a16:creationId xmlns:a16="http://schemas.microsoft.com/office/drawing/2014/main" id="{8B2C5D13-0096-424D-1C3B-4C549562B51D}"/>
              </a:ext>
            </a:extLst>
          </p:cNvPr>
          <p:cNvSpPr>
            <a:spLocks noChangeAspect="1"/>
          </p:cNvSpPr>
          <p:nvPr/>
        </p:nvSpPr>
        <p:spPr>
          <a:xfrm>
            <a:off x="2016000" y="0"/>
            <a:ext cx="6623999" cy="2703354"/>
          </a:xfrm>
          <a:custGeom>
            <a:avLst/>
            <a:gdLst/>
            <a:ahLst/>
            <a:cxnLst/>
            <a:rect l="l" t="t" r="r" b="b"/>
            <a:pathLst>
              <a:path w="18294651" h="9871930">
                <a:moveTo>
                  <a:pt x="0" y="0"/>
                </a:moveTo>
                <a:lnTo>
                  <a:pt x="18294651" y="0"/>
                </a:lnTo>
                <a:lnTo>
                  <a:pt x="18294651" y="9871930"/>
                </a:lnTo>
                <a:lnTo>
                  <a:pt x="0" y="98719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9428" t="-50489" r="-19653" b="-39719"/>
            </a:stretch>
          </a:blipFill>
        </p:spPr>
      </p:sp>
      <p:sp>
        <p:nvSpPr>
          <p:cNvPr id="8" name="Message">
            <a:extLst>
              <a:ext uri="{FF2B5EF4-FFF2-40B4-BE49-F238E27FC236}">
                <a16:creationId xmlns:a16="http://schemas.microsoft.com/office/drawing/2014/main" id="{856AF071-0194-5D00-ADE8-4263CB7EFC64}"/>
              </a:ext>
            </a:extLst>
          </p:cNvPr>
          <p:cNvSpPr>
            <a:spLocks/>
          </p:cNvSpPr>
          <p:nvPr/>
        </p:nvSpPr>
        <p:spPr>
          <a:xfrm>
            <a:off x="2735996" y="1908000"/>
            <a:ext cx="5040000" cy="514738"/>
          </a:xfrm>
          <a:prstGeom prst="rect">
            <a:avLst/>
          </a:prstGeom>
          <a:solidFill>
            <a:schemeClr val="tx1">
              <a:alpha val="50000"/>
            </a:schemeClr>
          </a:solidFill>
        </p:spPr>
        <p:txBody>
          <a:bodyPr wrap="square" lIns="72000" tIns="72000" rIns="72000" bIns="72000" anchor="t" anchorCtr="0">
            <a:spAutoFit/>
          </a:bodyPr>
          <a:lstStyle/>
          <a:p>
            <a:pPr algn="ctr">
              <a:buNone/>
              <a:defRPr lang="ja-JP" altLang="en-US" sz="4600" b="1" dirty="0" smtClean="0">
                <a:solidFill>
                  <a:srgbClr val="1A365D"/>
                </a:solidFill>
                <a:ea typeface="Meiryo UI" panose="020B0604030504040204" charset="-128"/>
                <a:cs typeface="Meiryo UI" panose="020B0604030504040204" charset="-128"/>
              </a:defRPr>
            </a:pPr>
            <a:r>
              <a:rPr lang="ja-JP" altLang="en-US" sz="2400" b="1" dirty="0">
                <a:ln w="12700">
                  <a:noFill/>
                </a:ln>
                <a:solidFill>
                  <a:srgbClr val="FFC000"/>
                </a:solidFill>
                <a:ea typeface="Meiryo UI" panose="020B0604030504040204" charset="-128"/>
                <a:cs typeface="Meiryo UI" panose="020B0604030504040204" charset="-128"/>
              </a:rPr>
              <a:t>ビジネス × デジタル で 価値創造を加速</a:t>
            </a:r>
          </a:p>
        </p:txBody>
      </p:sp>
      <p:sp>
        <p:nvSpPr>
          <p:cNvPr id="9" name="SubMessage">
            <a:extLst>
              <a:ext uri="{FF2B5EF4-FFF2-40B4-BE49-F238E27FC236}">
                <a16:creationId xmlns:a16="http://schemas.microsoft.com/office/drawing/2014/main" id="{3F614404-F351-4C1C-ACAC-A567D217E29F}"/>
              </a:ext>
            </a:extLst>
          </p:cNvPr>
          <p:cNvSpPr>
            <a:spLocks/>
          </p:cNvSpPr>
          <p:nvPr/>
        </p:nvSpPr>
        <p:spPr>
          <a:xfrm>
            <a:off x="3923998" y="2412000"/>
            <a:ext cx="2808000" cy="28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wrap="square" lIns="180000" tIns="90000" rIns="180000" bIns="90000" anchor="ctr" anchorCtr="0">
            <a:noAutofit/>
          </a:bodyPr>
          <a:lstStyle/>
          <a:p>
            <a:pPr algn="ctr">
              <a:buNone/>
              <a:defRPr lang="ja-JP" altLang="en-US" sz="2400" dirty="0" smtClean="0">
                <a:solidFill>
                  <a:srgbClr val="4A5568"/>
                </a:solidFill>
                <a:ea typeface="Meiryo UI" panose="020B0604030504040204" charset="-128"/>
                <a:cs typeface="Meiryo UI" panose="020B0604030504040204" charset="-128"/>
              </a:defRPr>
            </a:pPr>
            <a:r>
              <a:rPr lang="ja-JP" altLang="en-US" sz="1600" b="1" dirty="0">
                <a:solidFill>
                  <a:schemeClr val="bg1"/>
                </a:solidFill>
                <a:ea typeface="Meiryo UI" panose="020B0604030504040204" charset="-128"/>
                <a:cs typeface="Meiryo UI" panose="020B0604030504040204" charset="-128"/>
              </a:rPr>
              <a:t>デジタル ソリューション統括部</a:t>
            </a:r>
          </a:p>
        </p:txBody>
      </p:sp>
      <p:sp>
        <p:nvSpPr>
          <p:cNvPr id="12" name="Title">
            <a:extLst>
              <a:ext uri="{FF2B5EF4-FFF2-40B4-BE49-F238E27FC236}">
                <a16:creationId xmlns:a16="http://schemas.microsoft.com/office/drawing/2014/main" id="{C79C8772-96E3-7052-2A24-11904B53E8A8}"/>
              </a:ext>
            </a:extLst>
          </p:cNvPr>
          <p:cNvSpPr/>
          <p:nvPr/>
        </p:nvSpPr>
        <p:spPr>
          <a:xfrm>
            <a:off x="0" y="0"/>
            <a:ext cx="8640000" cy="489534"/>
          </a:xfrm>
          <a:prstGeom prst="rect">
            <a:avLst/>
          </a:prstGeom>
          <a:solidFill>
            <a:schemeClr val="tx1"/>
          </a:solidFill>
        </p:spPr>
        <p:txBody>
          <a:bodyPr wrap="square" lIns="180000" tIns="90000" rIns="180000" bIns="90000" anchor="t" anchorCtr="0">
            <a:spAutoFit/>
          </a:bodyPr>
          <a:lstStyle/>
          <a:p>
            <a:pPr algn="ctr">
              <a:buNone/>
              <a:defRPr lang="ja-JP" altLang="en-US" sz="5600" b="1" dirty="0" smtClean="0">
                <a:solidFill>
                  <a:srgbClr val="1A365D"/>
                </a:solidFill>
                <a:ea typeface="Meiryo UI" panose="020B0604030504040204" charset="-128"/>
                <a:cs typeface="Meiryo UI" panose="020B0604030504040204" charset="-128"/>
              </a:defRPr>
            </a:pPr>
            <a:r>
              <a:rPr lang="en-US" altLang="ja-JP" sz="20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 UI" panose="020B0604030504040204" charset="-128"/>
              </a:rPr>
              <a:t>RPA</a:t>
            </a:r>
            <a:r>
              <a:rPr lang="ja-JP" altLang="en-US" sz="20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 UI" panose="020B0604030504040204" charset="-128"/>
              </a:rPr>
              <a:t>ハンズオン研修 </a:t>
            </a:r>
            <a:r>
              <a:rPr lang="en-US" altLang="ja-JP" sz="2000" b="1" dirty="0">
                <a:solidFill>
                  <a:srgbClr val="FFC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 UI" panose="020B0604030504040204" charset="-128"/>
              </a:rPr>
              <a:t>UiPath </a:t>
            </a:r>
            <a:r>
              <a:rPr lang="ja-JP" altLang="en-US" sz="2000" b="1" dirty="0">
                <a:solidFill>
                  <a:srgbClr val="FFC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 UI" panose="020B0604030504040204" charset="-128"/>
              </a:rPr>
              <a:t>Studio入門コース </a:t>
            </a:r>
            <a:r>
              <a:rPr lang="ja-JP" altLang="en-US" sz="2000" b="1" dirty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 UI" panose="020B0604030504040204" charset="-128"/>
              </a:rPr>
              <a:t>総集編</a:t>
            </a:r>
            <a:r>
              <a:rPr lang="ja-JP" altLang="en-US" sz="2000" b="1" dirty="0">
                <a:solidFill>
                  <a:srgbClr val="FFC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 UI" panose="020B0604030504040204" charset="-128"/>
              </a:rPr>
              <a:t> オンライン開催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ホワイ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ホワイ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888b7c3f-0c04-43f2-994a-4d15c126527e" xsi:nil="true"/>
    <lcf76f155ced4ddcb4097134ff3c332f xmlns="ca7d6a75-85ce-4348-a071-06fac5823398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542EBB9AEB5BBE4B9DE491019D16F818" ma:contentTypeVersion="18" ma:contentTypeDescription="新しいドキュメントを作成します。" ma:contentTypeScope="" ma:versionID="20b5a5790f7b017bb6c6a221f3553bdf">
  <xsd:schema xmlns:xsd="http://www.w3.org/2001/XMLSchema" xmlns:xs="http://www.w3.org/2001/XMLSchema" xmlns:p="http://schemas.microsoft.com/office/2006/metadata/properties" xmlns:ns2="ca7d6a75-85ce-4348-a071-06fac5823398" xmlns:ns3="888b7c3f-0c04-43f2-994a-4d15c126527e" targetNamespace="http://schemas.microsoft.com/office/2006/metadata/properties" ma:root="true" ma:fieldsID="1e47ce9ba86242f4c8fa2c8a5acad303" ns2:_="" ns3:_="">
    <xsd:import namespace="ca7d6a75-85ce-4348-a071-06fac5823398"/>
    <xsd:import namespace="888b7c3f-0c04-43f2-994a-4d15c12652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a7d6a75-85ce-4348-a071-06fac582339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画像タグ" ma:readOnly="false" ma:fieldId="{5cf76f15-5ced-4ddc-b409-7134ff3c332f}" ma:taxonomyMulti="true" ma:sspId="761ec606-d3f6-431d-aca1-879ead0541e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88b7c3f-0c04-43f2-994a-4d15c126527e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共有相手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共有相手の詳細情報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af87c870-61a5-4a7c-8f00-14f66c82b7cb}" ma:internalName="TaxCatchAll" ma:showField="CatchAllData" ma:web="888b7c3f-0c04-43f2-994a-4d15c126527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77861E1-F7FD-4D7B-A139-A29C3B45EA50}">
  <ds:schemaRefs>
    <ds:schemaRef ds:uri="http://purl.org/dc/terms/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http://schemas.microsoft.com/office/2006/documentManagement/types"/>
    <ds:schemaRef ds:uri="ca7d6a75-85ce-4348-a071-06fac5823398"/>
    <ds:schemaRef ds:uri="888b7c3f-0c04-43f2-994a-4d15c126527e"/>
    <ds:schemaRef ds:uri="http://schemas.microsoft.com/office/2006/metadata/properties"/>
    <ds:schemaRef ds:uri="http://www.w3.org/XML/1998/namespace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30C1847F-2BF9-493E-B2AB-C962B14121E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4046B27-61DC-499A-B36C-56F9C1939C8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a7d6a75-85ce-4348-a071-06fac5823398"/>
    <ds:schemaRef ds:uri="888b7c3f-0c04-43f2-994a-4d15c12652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182</TotalTime>
  <Words>55</Words>
  <Application>Microsoft Office PowerPoint</Application>
  <PresentationFormat>ユーザー設定</PresentationFormat>
  <Paragraphs>9</Paragraphs>
  <Slides>1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メイリオ</vt:lpstr>
      <vt:lpstr>Arial</vt:lpstr>
      <vt:lpstr>Calibri</vt:lpstr>
      <vt:lpstr>Office テーマ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Sanjukta Datta</dc:creator>
  <cp:lastModifiedBy>浜崎 秀寿(Hidetoshi Hamazaki)</cp:lastModifiedBy>
  <cp:revision>194</cp:revision>
  <cp:lastPrinted>2015-03-27T02:26:00Z</cp:lastPrinted>
  <dcterms:created xsi:type="dcterms:W3CDTF">2014-11-11T09:42:00Z</dcterms:created>
  <dcterms:modified xsi:type="dcterms:W3CDTF">2026-01-27T23:07:46Z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0x010100542EBB9AEB5BBE4B9DE491019D16F818</vt:lpwstr>
  </property>
  <property fmtid="{D5CDD505-2E9C-101B-9397-08002B2CF9AE}" pid="3" name="MediaServiceImageTags">
    <vt:lpwstr/>
  </property>
  <property fmtid="{D5CDD505-2E9C-101B-9397-08002B2CF9AE}" pid="4" name="KSOProductBuildVer">
    <vt:lpwstr>1041-11.8.2.8498</vt:lpwstr>
  </property>
</Properties>
</file>