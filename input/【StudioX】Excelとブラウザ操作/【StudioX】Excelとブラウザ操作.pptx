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77" r:id="rId4"/>
  </p:sldMasterIdLst>
  <p:notesMasterIdLst>
    <p:notesMasterId r:id="rId31"/>
  </p:notesMasterIdLst>
  <p:handoutMasterIdLst>
    <p:handoutMasterId r:id="rId32"/>
  </p:handoutMasterIdLst>
  <p:sldIdLst>
    <p:sldId id="277" r:id="rId5"/>
    <p:sldId id="2147479056" r:id="rId6"/>
    <p:sldId id="2147479024" r:id="rId7"/>
    <p:sldId id="2147479046" r:id="rId8"/>
    <p:sldId id="2147479061" r:id="rId9"/>
    <p:sldId id="2147479062" r:id="rId10"/>
    <p:sldId id="2147479063" r:id="rId11"/>
    <p:sldId id="2147479064" r:id="rId12"/>
    <p:sldId id="2147479065" r:id="rId13"/>
    <p:sldId id="2147479066" r:id="rId14"/>
    <p:sldId id="2147479067" r:id="rId15"/>
    <p:sldId id="2147479068" r:id="rId16"/>
    <p:sldId id="2147479070" r:id="rId17"/>
    <p:sldId id="2147479071" r:id="rId18"/>
    <p:sldId id="2147479072" r:id="rId19"/>
    <p:sldId id="2147479073" r:id="rId20"/>
    <p:sldId id="2147479074" r:id="rId21"/>
    <p:sldId id="2147479075" r:id="rId22"/>
    <p:sldId id="2147479076" r:id="rId23"/>
    <p:sldId id="2147479077" r:id="rId24"/>
    <p:sldId id="2147479078" r:id="rId25"/>
    <p:sldId id="2147479079" r:id="rId26"/>
    <p:sldId id="2147479080" r:id="rId27"/>
    <p:sldId id="2147479081" r:id="rId28"/>
    <p:sldId id="2147479082" r:id="rId29"/>
    <p:sldId id="2147479083" r:id="rId30"/>
  </p:sldIdLst>
  <p:sldSz cx="12192000" cy="6858000"/>
  <p:notesSz cx="10234613" cy="7099300"/>
  <p:custDataLst>
    <p:tags r:id="rId33"/>
  </p:custDataLst>
  <p:defaultTextStyle>
    <a:defPPr>
      <a:defRPr lang="ja-JP"/>
    </a:defPPr>
    <a:lvl1pPr marL="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DACC7EA8-93AE-4464-AD79-41599CBC1FBF}">
          <p14:sldIdLst>
            <p14:sldId id="277"/>
            <p14:sldId id="2147479056"/>
            <p14:sldId id="2147479024"/>
            <p14:sldId id="2147479046"/>
            <p14:sldId id="2147479061"/>
            <p14:sldId id="2147479062"/>
            <p14:sldId id="2147479063"/>
            <p14:sldId id="2147479064"/>
            <p14:sldId id="2147479065"/>
            <p14:sldId id="2147479066"/>
            <p14:sldId id="2147479067"/>
            <p14:sldId id="2147479068"/>
            <p14:sldId id="2147479070"/>
            <p14:sldId id="2147479071"/>
            <p14:sldId id="2147479072"/>
            <p14:sldId id="2147479073"/>
            <p14:sldId id="2147479074"/>
            <p14:sldId id="2147479075"/>
            <p14:sldId id="2147479076"/>
            <p14:sldId id="2147479077"/>
            <p14:sldId id="2147479078"/>
            <p14:sldId id="2147479079"/>
            <p14:sldId id="2147479080"/>
            <p14:sldId id="2147479081"/>
            <p14:sldId id="2147479082"/>
            <p14:sldId id="2147479083"/>
          </p14:sldIdLst>
        </p14:section>
      </p14:sectionLst>
    </p:ext>
    <p:ext uri="{EFAFB233-063F-42B5-8137-9DF3F51BA10A}">
      <p15:sldGuideLst xmlns:p15="http://schemas.microsoft.com/office/powerpoint/2012/main">
        <p15:guide id="2" orient="horz" pos="777" userDrawn="1">
          <p15:clr>
            <a:srgbClr val="A4A3A4"/>
          </p15:clr>
        </p15:guide>
        <p15:guide id="9" pos="3840" userDrawn="1">
          <p15:clr>
            <a:srgbClr val="A4A3A4"/>
          </p15:clr>
        </p15:guide>
        <p15:guide id="10" orient="horz" pos="278" userDrawn="1">
          <p15:clr>
            <a:srgbClr val="A4A3A4"/>
          </p15:clr>
        </p15:guide>
        <p15:guide id="11" pos="7491" userDrawn="1">
          <p15:clr>
            <a:srgbClr val="A4A3A4"/>
          </p15:clr>
        </p15:guide>
        <p15:guide id="12" orient="horz" pos="1638" userDrawn="1">
          <p15:clr>
            <a:srgbClr val="A4A3A4"/>
          </p15:clr>
        </p15:guide>
        <p15:guide id="13" pos="75" userDrawn="1">
          <p15:clr>
            <a:srgbClr val="A4A3A4"/>
          </p15:clr>
        </p15:guide>
        <p15:guide id="14" pos="1867" userDrawn="1">
          <p15:clr>
            <a:srgbClr val="A4A3A4"/>
          </p15:clr>
        </p15:guide>
        <p15:guide id="15" orient="horz" pos="1321" userDrawn="1">
          <p15:clr>
            <a:srgbClr val="A4A3A4"/>
          </p15:clr>
        </p15:guide>
        <p15:guide id="16" orient="horz" pos="4042" userDrawn="1">
          <p15:clr>
            <a:srgbClr val="A4A3A4"/>
          </p15:clr>
        </p15:guide>
        <p15:guide id="17" pos="6199" userDrawn="1">
          <p15:clr>
            <a:srgbClr val="A4A3A4"/>
          </p15:clr>
        </p15:guide>
        <p15:guide id="18" orient="horz" pos="958" userDrawn="1">
          <p15:clr>
            <a:srgbClr val="A4A3A4"/>
          </p15:clr>
        </p15:guide>
        <p15:guide id="19" pos="257" userDrawn="1">
          <p15:clr>
            <a:srgbClr val="A4A3A4"/>
          </p15:clr>
        </p15:guide>
        <p15:guide id="20" orient="horz" pos="275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524E301-BFC6-C6A2-FA63-9FB28661451F}" name="箕浦 直人(Naoto Minoura)" initials="直箕" userId="S::J2128124@jera.co.jp::5919062d-2b7b-4207-8a53-93523815897f" providerId="AD"/>
  <p188:author id="{E8550E2B-56CB-DA52-80BF-40621D1F39BF}" name="宮島 正宏(Masahiro Miyajima)" initials="宮M" userId="S::j1921625@jera.co.jp::6f75482e-d5f0-4de1-b2fa-419953a05505" providerId="AD"/>
  <p188:author id="{52E41456-2798-3B71-9F7D-2D71EF7F30FB}" name="小野内 雄一(Yuichi Onouchi)" initials="雄小" userId="S::J1947478@jera.co.jp::25f26155-90d4-48cf-af53-6e500664977b" providerId="AD"/>
  <p188:author id="{840B1D75-6F10-AB84-1E38-E873252AC3E7}" name="宮島 正宏(Masahiro Miyajima)" initials="正宮" userId="S::J1921625@jera.co.jp::6f75482e-d5f0-4de1-b2fa-419953a05505" providerId="AD"/>
  <p188:author id="{E6A8F7B3-F6E0-7400-0CB1-BFB2907DE42F}" name="高橋 恵治(Keiji Takahashi)" initials="恵高" userId="S::J1932961@jera.co.jp::82b88530-1dab-42fe-ae3a-d213f19dfabb" providerId="AD"/>
  <p188:author id="{9A55D6BA-B2E9-0F39-5B95-6ABF9A24FA6C}" name="岡口 基生(Motoo Okaguchi)" initials="岡O" userId="S::j1921601@jera.co.jp::5a6516ef-09e3-4b71-9d65-f16ad6b897d5" providerId="AD"/>
  <p188:author id="{3101C8CC-2D3B-190F-F625-A8C25B0C4020}" name="河合 寿人(Hisato Kawai)" initials="河K" userId="S::j1933501@jera.co.jp::216780ff-c138-4097-8a2b-a6d3fac060ac" providerId="AD"/>
  <p188:author id="{8F9418E2-D15F-F295-2BB5-6149BA86D552}" name="高橋 恵治(Keiji Takahashi)" initials="高T" userId="S::j1932961@jera.co.jp::82b88530-1dab-42fe-ae3a-d213f19dfab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0B1B2"/>
    <a:srgbClr val="0088CD"/>
    <a:srgbClr val="70B42C"/>
    <a:srgbClr val="EDEFF1"/>
    <a:srgbClr val="F6F8F8"/>
    <a:srgbClr val="0088EE"/>
    <a:srgbClr val="0B8CE3"/>
    <a:srgbClr val="66FFFF"/>
    <a:srgbClr val="0BC2DB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365B56-DDD5-4444-97BD-35009667F071}" v="3" dt="2025-08-21T05:45:46.3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75DCB02-9BB8-47FD-8907-85C794F793BA}" styleName="テーマ スタイル 1 - アクセント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テーマ スタイル 1 - アクセント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淡色スタイル 1 - アクセント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淡色スタイル 1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27102A9-8310-4765-A935-A1911B00CA55}" styleName="淡色スタイル 1 - アクセント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C89EF96-8CEA-46FF-86C4-4CE0E7609802}" styleName="淡色スタイル 3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474" y="96"/>
      </p:cViewPr>
      <p:guideLst>
        <p:guide orient="horz" pos="777"/>
        <p:guide pos="3840"/>
        <p:guide orient="horz" pos="278"/>
        <p:guide pos="7491"/>
        <p:guide orient="horz" pos="1638"/>
        <p:guide pos="75"/>
        <p:guide pos="1867"/>
        <p:guide orient="horz" pos="1321"/>
        <p:guide orient="horz" pos="4042"/>
        <p:guide pos="6199"/>
        <p:guide orient="horz" pos="958"/>
        <p:guide pos="257"/>
        <p:guide orient="horz" pos="275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gs" Target="tags/tag1.xml"/><Relationship Id="rId38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40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宮島 正宏(Masahiro Miyajima)" userId="6f75482e-d5f0-4de1-b2fa-419953a05505" providerId="ADAL" clId="{AA9F40CD-95AC-421D-B87D-FBA2AF94FFFD}"/>
    <pc:docChg chg="undo custSel modSld">
      <pc:chgData name="宮島 正宏(Masahiro Miyajima)" userId="6f75482e-d5f0-4de1-b2fa-419953a05505" providerId="ADAL" clId="{AA9F40CD-95AC-421D-B87D-FBA2AF94FFFD}" dt="2025-08-01T11:02:44.066" v="256"/>
      <pc:docMkLst>
        <pc:docMk/>
      </pc:docMkLst>
      <pc:sldChg chg="modSp mod">
        <pc:chgData name="宮島 正宏(Masahiro Miyajima)" userId="6f75482e-d5f0-4de1-b2fa-419953a05505" providerId="ADAL" clId="{AA9F40CD-95AC-421D-B87D-FBA2AF94FFFD}" dt="2025-08-01T11:02:44.066" v="256"/>
        <pc:sldMkLst>
          <pc:docMk/>
          <pc:sldMk cId="2806378233" sldId="2147478872"/>
        </pc:sldMkLst>
        <pc:spChg chg="mod">
          <ac:chgData name="宮島 正宏(Masahiro Miyajima)" userId="6f75482e-d5f0-4de1-b2fa-419953a05505" providerId="ADAL" clId="{AA9F40CD-95AC-421D-B87D-FBA2AF94FFFD}" dt="2025-08-01T11:02:44.066" v="256"/>
          <ac:spMkLst>
            <pc:docMk/>
            <pc:sldMk cId="2806378233" sldId="2147478872"/>
            <ac:spMk id="18" creationId="{29CDE7F4-09A9-BB86-3F67-094BA891236D}"/>
          </ac:spMkLst>
        </pc:spChg>
      </pc:sldChg>
      <pc:sldChg chg="modSp mod">
        <pc:chgData name="宮島 正宏(Masahiro Miyajima)" userId="6f75482e-d5f0-4de1-b2fa-419953a05505" providerId="ADAL" clId="{AA9F40CD-95AC-421D-B87D-FBA2AF94FFFD}" dt="2025-08-01T10:29:12.350" v="76" actId="1036"/>
        <pc:sldMkLst>
          <pc:docMk/>
          <pc:sldMk cId="2859278012" sldId="2147478960"/>
        </pc:sldMkLst>
        <pc:spChg chg="mod">
          <ac:chgData name="宮島 正宏(Masahiro Miyajima)" userId="6f75482e-d5f0-4de1-b2fa-419953a05505" providerId="ADAL" clId="{AA9F40CD-95AC-421D-B87D-FBA2AF94FFFD}" dt="2025-08-01T10:29:12.350" v="76" actId="1036"/>
          <ac:spMkLst>
            <pc:docMk/>
            <pc:sldMk cId="2859278012" sldId="2147478960"/>
            <ac:spMk id="2" creationId="{A57F5D62-73FD-2222-C966-E7D0B2E525F7}"/>
          </ac:spMkLst>
        </pc:spChg>
        <pc:spChg chg="mod">
          <ac:chgData name="宮島 正宏(Masahiro Miyajima)" userId="6f75482e-d5f0-4de1-b2fa-419953a05505" providerId="ADAL" clId="{AA9F40CD-95AC-421D-B87D-FBA2AF94FFFD}" dt="2025-08-01T10:28:59.329" v="61"/>
          <ac:spMkLst>
            <pc:docMk/>
            <pc:sldMk cId="2859278012" sldId="2147478960"/>
            <ac:spMk id="6" creationId="{914FDBDA-63E4-8D73-0CCB-D3DE18B7CAB7}"/>
          </ac:spMkLst>
        </pc:spChg>
        <pc:spChg chg="mod">
          <ac:chgData name="宮島 正宏(Masahiro Miyajima)" userId="6f75482e-d5f0-4de1-b2fa-419953a05505" providerId="ADAL" clId="{AA9F40CD-95AC-421D-B87D-FBA2AF94FFFD}" dt="2025-08-01T10:29:12.350" v="76" actId="1036"/>
          <ac:spMkLst>
            <pc:docMk/>
            <pc:sldMk cId="2859278012" sldId="2147478960"/>
            <ac:spMk id="12" creationId="{CB1748EF-5AA7-1587-C058-B733D2E8DE0A}"/>
          </ac:spMkLst>
        </pc:spChg>
        <pc:spChg chg="mod">
          <ac:chgData name="宮島 正宏(Masahiro Miyajima)" userId="6f75482e-d5f0-4de1-b2fa-419953a05505" providerId="ADAL" clId="{AA9F40CD-95AC-421D-B87D-FBA2AF94FFFD}" dt="2025-08-01T10:29:12.350" v="76" actId="1036"/>
          <ac:spMkLst>
            <pc:docMk/>
            <pc:sldMk cId="2859278012" sldId="2147478960"/>
            <ac:spMk id="15" creationId="{94B7F718-E545-C44C-96A3-2B2D4659A891}"/>
          </ac:spMkLst>
        </pc:spChg>
        <pc:spChg chg="mod">
          <ac:chgData name="宮島 正宏(Masahiro Miyajima)" userId="6f75482e-d5f0-4de1-b2fa-419953a05505" providerId="ADAL" clId="{AA9F40CD-95AC-421D-B87D-FBA2AF94FFFD}" dt="2025-08-01T10:29:12.350" v="76" actId="1036"/>
          <ac:spMkLst>
            <pc:docMk/>
            <pc:sldMk cId="2859278012" sldId="2147478960"/>
            <ac:spMk id="16" creationId="{A0E9C1C9-786A-C23F-AC0F-595B601B3C08}"/>
          </ac:spMkLst>
        </pc:spChg>
        <pc:grpChg chg="mod">
          <ac:chgData name="宮島 正宏(Masahiro Miyajima)" userId="6f75482e-d5f0-4de1-b2fa-419953a05505" providerId="ADAL" clId="{AA9F40CD-95AC-421D-B87D-FBA2AF94FFFD}" dt="2025-08-01T10:29:12.350" v="76" actId="1036"/>
          <ac:grpSpMkLst>
            <pc:docMk/>
            <pc:sldMk cId="2859278012" sldId="2147478960"/>
            <ac:grpSpMk id="10" creationId="{92556EDA-6DED-672B-0AD0-32B209AD5BF9}"/>
          </ac:grpSpMkLst>
        </pc:grpChg>
        <pc:grpChg chg="mod">
          <ac:chgData name="宮島 正宏(Masahiro Miyajima)" userId="6f75482e-d5f0-4de1-b2fa-419953a05505" providerId="ADAL" clId="{AA9F40CD-95AC-421D-B87D-FBA2AF94FFFD}" dt="2025-08-01T10:29:12.350" v="76" actId="1036"/>
          <ac:grpSpMkLst>
            <pc:docMk/>
            <pc:sldMk cId="2859278012" sldId="2147478960"/>
            <ac:grpSpMk id="11" creationId="{17E43B8E-512D-990B-2140-E4971DB99975}"/>
          </ac:grpSpMkLst>
        </pc:grpChg>
        <pc:picChg chg="mod">
          <ac:chgData name="宮島 正宏(Masahiro Miyajima)" userId="6f75482e-d5f0-4de1-b2fa-419953a05505" providerId="ADAL" clId="{AA9F40CD-95AC-421D-B87D-FBA2AF94FFFD}" dt="2025-08-01T10:29:12.350" v="76" actId="1036"/>
          <ac:picMkLst>
            <pc:docMk/>
            <pc:sldMk cId="2859278012" sldId="2147478960"/>
            <ac:picMk id="47" creationId="{21CC77E7-FDB6-66BC-32B0-F789C4EC6D40}"/>
          </ac:picMkLst>
        </pc:picChg>
        <pc:cxnChg chg="mod">
          <ac:chgData name="宮島 正宏(Masahiro Miyajima)" userId="6f75482e-d5f0-4de1-b2fa-419953a05505" providerId="ADAL" clId="{AA9F40CD-95AC-421D-B87D-FBA2AF94FFFD}" dt="2025-08-01T10:29:12.350" v="76" actId="1036"/>
          <ac:cxnSpMkLst>
            <pc:docMk/>
            <pc:sldMk cId="2859278012" sldId="2147478960"/>
            <ac:cxnSpMk id="18" creationId="{CA1DC783-006C-9260-92BB-D2D821D08C56}"/>
          </ac:cxnSpMkLst>
        </pc:cxnChg>
      </pc:sldChg>
      <pc:sldChg chg="addSp delSp modSp mod">
        <pc:chgData name="宮島 正宏(Masahiro Miyajima)" userId="6f75482e-d5f0-4de1-b2fa-419953a05505" providerId="ADAL" clId="{AA9F40CD-95AC-421D-B87D-FBA2AF94FFFD}" dt="2025-08-01T10:58:07.787" v="230" actId="14100"/>
        <pc:sldMkLst>
          <pc:docMk/>
          <pc:sldMk cId="1992339363" sldId="2147478971"/>
        </pc:sldMkLst>
        <pc:spChg chg="mod">
          <ac:chgData name="宮島 正宏(Masahiro Miyajima)" userId="6f75482e-d5f0-4de1-b2fa-419953a05505" providerId="ADAL" clId="{AA9F40CD-95AC-421D-B87D-FBA2AF94FFFD}" dt="2025-08-01T10:53:47.074" v="213"/>
          <ac:spMkLst>
            <pc:docMk/>
            <pc:sldMk cId="1992339363" sldId="2147478971"/>
            <ac:spMk id="39" creationId="{2BC19111-4775-3B74-E8D1-04A825391F38}"/>
          </ac:spMkLst>
        </pc:spChg>
        <pc:grpChg chg="mod">
          <ac:chgData name="宮島 正宏(Masahiro Miyajima)" userId="6f75482e-d5f0-4de1-b2fa-419953a05505" providerId="ADAL" clId="{AA9F40CD-95AC-421D-B87D-FBA2AF94FFFD}" dt="2025-08-01T10:58:07.787" v="230" actId="14100"/>
          <ac:grpSpMkLst>
            <pc:docMk/>
            <pc:sldMk cId="1992339363" sldId="2147478971"/>
            <ac:grpSpMk id="8" creationId="{9BE22DE9-2A85-4852-6186-962D9F8CF74E}"/>
          </ac:grpSpMkLst>
        </pc:grpChg>
        <pc:picChg chg="add mod">
          <ac:chgData name="宮島 正宏(Masahiro Miyajima)" userId="6f75482e-d5f0-4de1-b2fa-419953a05505" providerId="ADAL" clId="{AA9F40CD-95AC-421D-B87D-FBA2AF94FFFD}" dt="2025-08-01T10:57:59.145" v="229" actId="1037"/>
          <ac:picMkLst>
            <pc:docMk/>
            <pc:sldMk cId="1992339363" sldId="2147478971"/>
            <ac:picMk id="9" creationId="{5AB8BDA7-5024-DD76-405A-F84B57B98027}"/>
          </ac:picMkLst>
        </pc:picChg>
        <pc:cxnChg chg="mod">
          <ac:chgData name="宮島 正宏(Masahiro Miyajima)" userId="6f75482e-d5f0-4de1-b2fa-419953a05505" providerId="ADAL" clId="{AA9F40CD-95AC-421D-B87D-FBA2AF94FFFD}" dt="2025-08-01T10:58:07.787" v="230" actId="14100"/>
          <ac:cxnSpMkLst>
            <pc:docMk/>
            <pc:sldMk cId="1992339363" sldId="2147478971"/>
            <ac:cxnSpMk id="21" creationId="{6817B1A9-7C35-DE75-28DC-EA71314A31C5}"/>
          </ac:cxnSpMkLst>
        </pc:cxnChg>
      </pc:sldChg>
      <pc:sldChg chg="modSp mod">
        <pc:chgData name="宮島 正宏(Masahiro Miyajima)" userId="6f75482e-d5f0-4de1-b2fa-419953a05505" providerId="ADAL" clId="{AA9F40CD-95AC-421D-B87D-FBA2AF94FFFD}" dt="2025-08-01T11:01:01.118" v="232" actId="20577"/>
        <pc:sldMkLst>
          <pc:docMk/>
          <pc:sldMk cId="1747669240" sldId="2147478974"/>
        </pc:sldMkLst>
        <pc:spChg chg="mod">
          <ac:chgData name="宮島 正宏(Masahiro Miyajima)" userId="6f75482e-d5f0-4de1-b2fa-419953a05505" providerId="ADAL" clId="{AA9F40CD-95AC-421D-B87D-FBA2AF94FFFD}" dt="2025-08-01T11:01:01.118" v="232" actId="20577"/>
          <ac:spMkLst>
            <pc:docMk/>
            <pc:sldMk cId="1747669240" sldId="2147478974"/>
            <ac:spMk id="40" creationId="{96931C20-F4BF-CA18-0B8A-8CFA068BB3C8}"/>
          </ac:spMkLst>
        </pc:spChg>
        <pc:spChg chg="mod">
          <ac:chgData name="宮島 正宏(Masahiro Miyajima)" userId="6f75482e-d5f0-4de1-b2fa-419953a05505" providerId="ADAL" clId="{AA9F40CD-95AC-421D-B87D-FBA2AF94FFFD}" dt="2025-08-01T10:51:37.872" v="196" actId="14100"/>
          <ac:spMkLst>
            <pc:docMk/>
            <pc:sldMk cId="1747669240" sldId="2147478974"/>
            <ac:spMk id="48" creationId="{0A6AA5B7-4EE5-2210-D5AE-AA8273467553}"/>
          </ac:spMkLst>
        </pc:spChg>
      </pc:sldChg>
      <pc:sldChg chg="modSp mod">
        <pc:chgData name="宮島 正宏(Masahiro Miyajima)" userId="6f75482e-d5f0-4de1-b2fa-419953a05505" providerId="ADAL" clId="{AA9F40CD-95AC-421D-B87D-FBA2AF94FFFD}" dt="2025-08-01T10:42:50.114" v="163"/>
        <pc:sldMkLst>
          <pc:docMk/>
          <pc:sldMk cId="2697081400" sldId="2147478976"/>
        </pc:sldMkLst>
        <pc:spChg chg="mod">
          <ac:chgData name="宮島 正宏(Masahiro Miyajima)" userId="6f75482e-d5f0-4de1-b2fa-419953a05505" providerId="ADAL" clId="{AA9F40CD-95AC-421D-B87D-FBA2AF94FFFD}" dt="2025-08-01T10:42:44.076" v="154"/>
          <ac:spMkLst>
            <pc:docMk/>
            <pc:sldMk cId="2697081400" sldId="2147478976"/>
            <ac:spMk id="34" creationId="{AFF2F8D3-0E52-D870-15D3-7556EF6CB94B}"/>
          </ac:spMkLst>
        </pc:spChg>
        <pc:spChg chg="mod">
          <ac:chgData name="宮島 正宏(Masahiro Miyajima)" userId="6f75482e-d5f0-4de1-b2fa-419953a05505" providerId="ADAL" clId="{AA9F40CD-95AC-421D-B87D-FBA2AF94FFFD}" dt="2025-08-01T10:42:50.114" v="163"/>
          <ac:spMkLst>
            <pc:docMk/>
            <pc:sldMk cId="2697081400" sldId="2147478976"/>
            <ac:spMk id="39" creationId="{16FE519A-8564-39A3-DA05-0004F0A85E96}"/>
          </ac:spMkLst>
        </pc:spChg>
      </pc:sldChg>
      <pc:sldChg chg="modSp mod">
        <pc:chgData name="宮島 正宏(Masahiro Miyajima)" userId="6f75482e-d5f0-4de1-b2fa-419953a05505" providerId="ADAL" clId="{AA9F40CD-95AC-421D-B87D-FBA2AF94FFFD}" dt="2025-08-01T10:45:29.895" v="175"/>
        <pc:sldMkLst>
          <pc:docMk/>
          <pc:sldMk cId="16232279" sldId="2147479052"/>
        </pc:sldMkLst>
        <pc:spChg chg="mod">
          <ac:chgData name="宮島 正宏(Masahiro Miyajima)" userId="6f75482e-d5f0-4de1-b2fa-419953a05505" providerId="ADAL" clId="{AA9F40CD-95AC-421D-B87D-FBA2AF94FFFD}" dt="2025-08-01T10:45:24.845" v="169"/>
          <ac:spMkLst>
            <pc:docMk/>
            <pc:sldMk cId="16232279" sldId="2147479052"/>
            <ac:spMk id="59" creationId="{FB46D653-1A33-EAC7-3FF9-E0D5263DC699}"/>
          </ac:spMkLst>
        </pc:spChg>
        <pc:spChg chg="mod">
          <ac:chgData name="宮島 正宏(Masahiro Miyajima)" userId="6f75482e-d5f0-4de1-b2fa-419953a05505" providerId="ADAL" clId="{AA9F40CD-95AC-421D-B87D-FBA2AF94FFFD}" dt="2025-08-01T10:45:29.895" v="175"/>
          <ac:spMkLst>
            <pc:docMk/>
            <pc:sldMk cId="16232279" sldId="2147479052"/>
            <ac:spMk id="66" creationId="{C906A223-7C2D-DAE1-6DE2-986630FD26D0}"/>
          </ac:spMkLst>
        </pc:spChg>
      </pc:sldChg>
      <pc:sldChg chg="modSp mod">
        <pc:chgData name="宮島 正宏(Masahiro Miyajima)" userId="6f75482e-d5f0-4de1-b2fa-419953a05505" providerId="ADAL" clId="{AA9F40CD-95AC-421D-B87D-FBA2AF94FFFD}" dt="2025-08-01T10:35:54.263" v="110"/>
        <pc:sldMkLst>
          <pc:docMk/>
          <pc:sldMk cId="2114750165" sldId="2147479060"/>
        </pc:sldMkLst>
        <pc:spChg chg="mod">
          <ac:chgData name="宮島 正宏(Masahiro Miyajima)" userId="6f75482e-d5f0-4de1-b2fa-419953a05505" providerId="ADAL" clId="{AA9F40CD-95AC-421D-B87D-FBA2AF94FFFD}" dt="2025-08-01T10:35:54.263" v="110"/>
          <ac:spMkLst>
            <pc:docMk/>
            <pc:sldMk cId="2114750165" sldId="2147479060"/>
            <ac:spMk id="21" creationId="{46DF6493-3337-0FDE-7960-AB88B46F6EB5}"/>
          </ac:spMkLst>
        </pc:spChg>
        <pc:spChg chg="mod">
          <ac:chgData name="宮島 正宏(Masahiro Miyajima)" userId="6f75482e-d5f0-4de1-b2fa-419953a05505" providerId="ADAL" clId="{AA9F40CD-95AC-421D-B87D-FBA2AF94FFFD}" dt="2025-08-01T10:35:27.574" v="107" actId="14100"/>
          <ac:spMkLst>
            <pc:docMk/>
            <pc:sldMk cId="2114750165" sldId="2147479060"/>
            <ac:spMk id="41" creationId="{E155CA25-6F7F-873A-9AF8-78A119465081}"/>
          </ac:spMkLst>
        </pc:spChg>
        <pc:spChg chg="mod">
          <ac:chgData name="宮島 正宏(Masahiro Miyajima)" userId="6f75482e-d5f0-4de1-b2fa-419953a05505" providerId="ADAL" clId="{AA9F40CD-95AC-421D-B87D-FBA2AF94FFFD}" dt="2025-08-01T10:35:08.131" v="104" actId="1076"/>
          <ac:spMkLst>
            <pc:docMk/>
            <pc:sldMk cId="2114750165" sldId="2147479060"/>
            <ac:spMk id="45" creationId="{8387CD31-30BF-2A78-B19A-8A32A419A4DB}"/>
          </ac:spMkLst>
        </pc:spChg>
      </pc:sldChg>
    </pc:docChg>
  </pc:docChgLst>
  <pc:docChgLst>
    <pc:chgData name="河合 寿人(Hisato Kawai)" userId="S::j1933501@jera.co.jp::216780ff-c138-4097-8a2b-a6d3fac060ac" providerId="AD" clId="Web-{BD97D913-2B54-014A-7BFA-1D72D412D7EF}"/>
    <pc:docChg chg="addSld delSld modSld modSection">
      <pc:chgData name="河合 寿人(Hisato Kawai)" userId="S::j1933501@jera.co.jp::216780ff-c138-4097-8a2b-a6d3fac060ac" providerId="AD" clId="Web-{BD97D913-2B54-014A-7BFA-1D72D412D7EF}" dt="2025-07-30T02:01:02.263" v="5"/>
      <pc:docMkLst>
        <pc:docMk/>
      </pc:docMkLst>
      <pc:sldChg chg="modSp">
        <pc:chgData name="河合 寿人(Hisato Kawai)" userId="S::j1933501@jera.co.jp::216780ff-c138-4097-8a2b-a6d3fac060ac" providerId="AD" clId="Web-{BD97D913-2B54-014A-7BFA-1D72D412D7EF}" dt="2025-07-30T01:43:24.152" v="3" actId="1076"/>
        <pc:sldMkLst>
          <pc:docMk/>
          <pc:sldMk cId="608619808" sldId="2147478909"/>
        </pc:sldMkLst>
      </pc:sldChg>
      <pc:sldChg chg="add del replId">
        <pc:chgData name="河合 寿人(Hisato Kawai)" userId="S::j1933501@jera.co.jp::216780ff-c138-4097-8a2b-a6d3fac060ac" providerId="AD" clId="Web-{BD97D913-2B54-014A-7BFA-1D72D412D7EF}" dt="2025-07-30T02:01:02.263" v="5"/>
        <pc:sldMkLst>
          <pc:docMk/>
          <pc:sldMk cId="2018509090" sldId="2147479061"/>
        </pc:sldMkLst>
      </pc:sldChg>
    </pc:docChg>
  </pc:docChgLst>
  <pc:docChgLst>
    <pc:chgData name="小野内 雄一(Yuichi Onouchi)" userId="25f26155-90d4-48cf-af53-6e500664977b" providerId="ADAL" clId="{30365B56-DDD5-4444-97BD-35009667F071}"/>
    <pc:docChg chg="undo custSel modSld">
      <pc:chgData name="小野内 雄一(Yuichi Onouchi)" userId="25f26155-90d4-48cf-af53-6e500664977b" providerId="ADAL" clId="{30365B56-DDD5-4444-97BD-35009667F071}" dt="2025-08-21T05:47:16.547" v="318" actId="20577"/>
      <pc:docMkLst>
        <pc:docMk/>
      </pc:docMkLst>
      <pc:sldChg chg="modSp mod">
        <pc:chgData name="小野内 雄一(Yuichi Onouchi)" userId="25f26155-90d4-48cf-af53-6e500664977b" providerId="ADAL" clId="{30365B56-DDD5-4444-97BD-35009667F071}" dt="2025-08-21T05:44:46.370" v="208" actId="1035"/>
        <pc:sldMkLst>
          <pc:docMk/>
          <pc:sldMk cId="2859278012" sldId="2147478960"/>
        </pc:sldMkLst>
        <pc:spChg chg="mod">
          <ac:chgData name="小野内 雄一(Yuichi Onouchi)" userId="25f26155-90d4-48cf-af53-6e500664977b" providerId="ADAL" clId="{30365B56-DDD5-4444-97BD-35009667F071}" dt="2025-08-21T05:44:22.654" v="195" actId="14100"/>
          <ac:spMkLst>
            <pc:docMk/>
            <pc:sldMk cId="2859278012" sldId="2147478960"/>
            <ac:spMk id="40" creationId="{F2AA7F65-40D9-0C4F-7C9A-85F06E169854}"/>
          </ac:spMkLst>
        </pc:spChg>
        <pc:spChg chg="mod">
          <ac:chgData name="小野内 雄一(Yuichi Onouchi)" userId="25f26155-90d4-48cf-af53-6e500664977b" providerId="ADAL" clId="{30365B56-DDD5-4444-97BD-35009667F071}" dt="2025-08-21T05:44:46.370" v="208" actId="1035"/>
          <ac:spMkLst>
            <pc:docMk/>
            <pc:sldMk cId="2859278012" sldId="2147478960"/>
            <ac:spMk id="42" creationId="{B398E1BB-788F-C298-08F5-6DFDF0151406}"/>
          </ac:spMkLst>
        </pc:spChg>
      </pc:sldChg>
      <pc:sldChg chg="addSp delSp modSp mod">
        <pc:chgData name="小野内 雄一(Yuichi Onouchi)" userId="25f26155-90d4-48cf-af53-6e500664977b" providerId="ADAL" clId="{30365B56-DDD5-4444-97BD-35009667F071}" dt="2025-08-21T05:47:16.547" v="318" actId="20577"/>
        <pc:sldMkLst>
          <pc:docMk/>
          <pc:sldMk cId="2727422993" sldId="2147479053"/>
        </pc:sldMkLst>
        <pc:spChg chg="mod">
          <ac:chgData name="小野内 雄一(Yuichi Onouchi)" userId="25f26155-90d4-48cf-af53-6e500664977b" providerId="ADAL" clId="{30365B56-DDD5-4444-97BD-35009667F071}" dt="2025-08-21T05:47:00.228" v="312" actId="14100"/>
          <ac:spMkLst>
            <pc:docMk/>
            <pc:sldMk cId="2727422993" sldId="2147479053"/>
            <ac:spMk id="8" creationId="{0B2F17F5-90F4-3AC5-ECDD-C6FA8852462F}"/>
          </ac:spMkLst>
        </pc:spChg>
        <pc:spChg chg="mod">
          <ac:chgData name="小野内 雄一(Yuichi Onouchi)" userId="25f26155-90d4-48cf-af53-6e500664977b" providerId="ADAL" clId="{30365B56-DDD5-4444-97BD-35009667F071}" dt="2025-08-21T05:47:12.236" v="314" actId="14100"/>
          <ac:spMkLst>
            <pc:docMk/>
            <pc:sldMk cId="2727422993" sldId="2147479053"/>
            <ac:spMk id="9" creationId="{6454F539-E7AA-B7FD-46A9-EBCDBCD4FD2E}"/>
          </ac:spMkLst>
        </pc:spChg>
        <pc:spChg chg="mod">
          <ac:chgData name="小野内 雄一(Yuichi Onouchi)" userId="25f26155-90d4-48cf-af53-6e500664977b" providerId="ADAL" clId="{30365B56-DDD5-4444-97BD-35009667F071}" dt="2025-08-21T05:45:46.361" v="222"/>
          <ac:spMkLst>
            <pc:docMk/>
            <pc:sldMk cId="2727422993" sldId="2147479053"/>
            <ac:spMk id="13" creationId="{8E34BBB0-B22A-2227-50B2-E26A6352B739}"/>
          </ac:spMkLst>
        </pc:spChg>
        <pc:spChg chg="mod">
          <ac:chgData name="小野内 雄一(Yuichi Onouchi)" userId="25f26155-90d4-48cf-af53-6e500664977b" providerId="ADAL" clId="{30365B56-DDD5-4444-97BD-35009667F071}" dt="2025-08-21T05:45:58.799" v="228" actId="20577"/>
          <ac:spMkLst>
            <pc:docMk/>
            <pc:sldMk cId="2727422993" sldId="2147479053"/>
            <ac:spMk id="14" creationId="{8D5F90F9-BA12-09B3-18A4-CBC01952CE15}"/>
          </ac:spMkLst>
        </pc:spChg>
        <pc:spChg chg="mod">
          <ac:chgData name="小野内 雄一(Yuichi Onouchi)" userId="25f26155-90d4-48cf-af53-6e500664977b" providerId="ADAL" clId="{30365B56-DDD5-4444-97BD-35009667F071}" dt="2025-08-21T05:47:16.547" v="318" actId="20577"/>
          <ac:spMkLst>
            <pc:docMk/>
            <pc:sldMk cId="2727422993" sldId="2147479053"/>
            <ac:spMk id="28" creationId="{64B40146-4683-402D-E248-3DD57FD18F0C}"/>
          </ac:spMkLst>
        </pc:spChg>
        <pc:spChg chg="mod topLvl">
          <ac:chgData name="小野内 雄一(Yuichi Onouchi)" userId="25f26155-90d4-48cf-af53-6e500664977b" providerId="ADAL" clId="{30365B56-DDD5-4444-97BD-35009667F071}" dt="2025-08-21T05:43:25.205" v="191" actId="164"/>
          <ac:spMkLst>
            <pc:docMk/>
            <pc:sldMk cId="2727422993" sldId="2147479053"/>
            <ac:spMk id="71" creationId="{68FCEDE1-D6B6-D753-F249-83A84373E3A5}"/>
          </ac:spMkLst>
        </pc:spChg>
        <pc:spChg chg="mod topLvl">
          <ac:chgData name="小野内 雄一(Yuichi Onouchi)" userId="25f26155-90d4-48cf-af53-6e500664977b" providerId="ADAL" clId="{30365B56-DDD5-4444-97BD-35009667F071}" dt="2025-08-21T05:46:17.768" v="264" actId="6549"/>
          <ac:spMkLst>
            <pc:docMk/>
            <pc:sldMk cId="2727422993" sldId="2147479053"/>
            <ac:spMk id="72" creationId="{0CCB4D6F-3F8A-3F83-3982-65843F7D169D}"/>
          </ac:spMkLst>
        </pc:spChg>
        <pc:spChg chg="mod">
          <ac:chgData name="小野内 雄一(Yuichi Onouchi)" userId="25f26155-90d4-48cf-af53-6e500664977b" providerId="ADAL" clId="{30365B56-DDD5-4444-97BD-35009667F071}" dt="2025-08-21T05:41:15.309" v="50" actId="165"/>
          <ac:spMkLst>
            <pc:docMk/>
            <pc:sldMk cId="2727422993" sldId="2147479053"/>
            <ac:spMk id="74" creationId="{B8A7E29E-9A10-1077-4DC0-4EF4E5E54FC5}"/>
          </ac:spMkLst>
        </pc:spChg>
        <pc:spChg chg="mod">
          <ac:chgData name="小野内 雄一(Yuichi Onouchi)" userId="25f26155-90d4-48cf-af53-6e500664977b" providerId="ADAL" clId="{30365B56-DDD5-4444-97BD-35009667F071}" dt="2025-08-21T05:41:15.309" v="50" actId="165"/>
          <ac:spMkLst>
            <pc:docMk/>
            <pc:sldMk cId="2727422993" sldId="2147479053"/>
            <ac:spMk id="75" creationId="{3F0A124A-0FB7-BE9D-B20C-A101B12B19B6}"/>
          </ac:spMkLst>
        </pc:spChg>
        <pc:grpChg chg="add mod">
          <ac:chgData name="小野内 雄一(Yuichi Onouchi)" userId="25f26155-90d4-48cf-af53-6e500664977b" providerId="ADAL" clId="{30365B56-DDD5-4444-97BD-35009667F071}" dt="2025-08-21T05:43:25.205" v="191" actId="164"/>
          <ac:grpSpMkLst>
            <pc:docMk/>
            <pc:sldMk cId="2727422993" sldId="2147479053"/>
            <ac:grpSpMk id="4" creationId="{C98F8C3C-A13A-F597-5FA3-8B64D904E11B}"/>
          </ac:grpSpMkLst>
        </pc:grpChg>
        <pc:grpChg chg="add mod">
          <ac:chgData name="小野内 雄一(Yuichi Onouchi)" userId="25f26155-90d4-48cf-af53-6e500664977b" providerId="ADAL" clId="{30365B56-DDD5-4444-97BD-35009667F071}" dt="2025-08-21T05:46:54.347" v="310" actId="1076"/>
          <ac:grpSpMkLst>
            <pc:docMk/>
            <pc:sldMk cId="2727422993" sldId="2147479053"/>
            <ac:grpSpMk id="7" creationId="{23CCBED0-5159-4A07-9600-074022CDF285}"/>
          </ac:grpSpMkLst>
        </pc:grpChg>
        <pc:grpChg chg="mod">
          <ac:chgData name="小野内 雄一(Yuichi Onouchi)" userId="25f26155-90d4-48cf-af53-6e500664977b" providerId="ADAL" clId="{30365B56-DDD5-4444-97BD-35009667F071}" dt="2025-08-21T05:45:46.361" v="222"/>
          <ac:grpSpMkLst>
            <pc:docMk/>
            <pc:sldMk cId="2727422993" sldId="2147479053"/>
            <ac:grpSpMk id="11" creationId="{BEB01A32-209C-BFC8-82E9-52CEC7488BE7}"/>
          </ac:grpSpMkLst>
        </pc:grpChg>
        <pc:grpChg chg="del">
          <ac:chgData name="小野内 雄一(Yuichi Onouchi)" userId="25f26155-90d4-48cf-af53-6e500664977b" providerId="ADAL" clId="{30365B56-DDD5-4444-97BD-35009667F071}" dt="2025-08-21T05:41:15.309" v="50" actId="165"/>
          <ac:grpSpMkLst>
            <pc:docMk/>
            <pc:sldMk cId="2727422993" sldId="2147479053"/>
            <ac:grpSpMk id="70" creationId="{0440E5BD-F365-BCAA-58E4-CF5F206B886C}"/>
          </ac:grpSpMkLst>
        </pc:grpChg>
        <pc:grpChg chg="mod topLvl">
          <ac:chgData name="小野内 雄一(Yuichi Onouchi)" userId="25f26155-90d4-48cf-af53-6e500664977b" providerId="ADAL" clId="{30365B56-DDD5-4444-97BD-35009667F071}" dt="2025-08-21T05:43:25.205" v="191" actId="164"/>
          <ac:grpSpMkLst>
            <pc:docMk/>
            <pc:sldMk cId="2727422993" sldId="2147479053"/>
            <ac:grpSpMk id="73" creationId="{EB69E17D-40C2-6CF7-94B7-0CAA52715127}"/>
          </ac:grpSpMkLst>
        </pc:grpChg>
        <pc:cxnChg chg="mod">
          <ac:chgData name="小野内 雄一(Yuichi Onouchi)" userId="25f26155-90d4-48cf-af53-6e500664977b" providerId="ADAL" clId="{30365B56-DDD5-4444-97BD-35009667F071}" dt="2025-08-21T05:46:28.504" v="265" actId="14100"/>
          <ac:cxnSpMkLst>
            <pc:docMk/>
            <pc:sldMk cId="2727422993" sldId="2147479053"/>
            <ac:cxnSpMk id="19" creationId="{587E3480-6E28-0139-2612-630DDF8EF7D3}"/>
          </ac:cxnSpMkLst>
        </pc:cxnChg>
      </pc:sldChg>
      <pc:sldChg chg="addSp delSp modSp mod">
        <pc:chgData name="小野内 雄一(Yuichi Onouchi)" userId="25f26155-90d4-48cf-af53-6e500664977b" providerId="ADAL" clId="{30365B56-DDD5-4444-97BD-35009667F071}" dt="2025-08-06T08:27:34.866" v="41" actId="20577"/>
        <pc:sldMkLst>
          <pc:docMk/>
          <pc:sldMk cId="3566103146" sldId="2147479056"/>
        </pc:sldMkLst>
        <pc:spChg chg="mod">
          <ac:chgData name="小野内 雄一(Yuichi Onouchi)" userId="25f26155-90d4-48cf-af53-6e500664977b" providerId="ADAL" clId="{30365B56-DDD5-4444-97BD-35009667F071}" dt="2025-08-06T07:53:50.488" v="3"/>
          <ac:spMkLst>
            <pc:docMk/>
            <pc:sldMk cId="3566103146" sldId="2147479056"/>
            <ac:spMk id="18" creationId="{3168AD47-8A8A-F776-2BC0-7BC0371E9DA4}"/>
          </ac:spMkLst>
        </pc:spChg>
        <pc:spChg chg="mod">
          <ac:chgData name="小野内 雄一(Yuichi Onouchi)" userId="25f26155-90d4-48cf-af53-6e500664977b" providerId="ADAL" clId="{30365B56-DDD5-4444-97BD-35009667F071}" dt="2025-08-06T08:27:34.866" v="41" actId="20577"/>
          <ac:spMkLst>
            <pc:docMk/>
            <pc:sldMk cId="3566103146" sldId="2147479056"/>
            <ac:spMk id="31" creationId="{5991FB6B-B036-2C20-4F8B-29AEFB1239B3}"/>
          </ac:spMkLst>
        </pc:spChg>
        <pc:spChg chg="mod">
          <ac:chgData name="小野内 雄一(Yuichi Onouchi)" userId="25f26155-90d4-48cf-af53-6e500664977b" providerId="ADAL" clId="{30365B56-DDD5-4444-97BD-35009667F071}" dt="2025-08-06T07:53:50.488" v="3"/>
          <ac:spMkLst>
            <pc:docMk/>
            <pc:sldMk cId="3566103146" sldId="2147479056"/>
            <ac:spMk id="39" creationId="{901488F9-8C28-A106-25EC-8823054F9366}"/>
          </ac:spMkLst>
        </pc:spChg>
        <pc:spChg chg="mod">
          <ac:chgData name="小野内 雄一(Yuichi Onouchi)" userId="25f26155-90d4-48cf-af53-6e500664977b" providerId="ADAL" clId="{30365B56-DDD5-4444-97BD-35009667F071}" dt="2025-08-06T07:53:50.488" v="3"/>
          <ac:spMkLst>
            <pc:docMk/>
            <pc:sldMk cId="3566103146" sldId="2147479056"/>
            <ac:spMk id="40" creationId="{0F09B4FD-D4EF-E9E7-DD0B-63956652FFA8}"/>
          </ac:spMkLst>
        </pc:spChg>
        <pc:grpChg chg="add mod">
          <ac:chgData name="小野内 雄一(Yuichi Onouchi)" userId="25f26155-90d4-48cf-af53-6e500664977b" providerId="ADAL" clId="{30365B56-DDD5-4444-97BD-35009667F071}" dt="2025-08-06T07:53:50.488" v="3"/>
          <ac:grpSpMkLst>
            <pc:docMk/>
            <pc:sldMk cId="3566103146" sldId="2147479056"/>
            <ac:grpSpMk id="8" creationId="{236D64D1-A3BF-6AA8-0C5B-55952446686A}"/>
          </ac:grpSpMkLst>
        </pc:grpChg>
        <pc:grpChg chg="mod">
          <ac:chgData name="小野内 雄一(Yuichi Onouchi)" userId="25f26155-90d4-48cf-af53-6e500664977b" providerId="ADAL" clId="{30365B56-DDD5-4444-97BD-35009667F071}" dt="2025-08-06T07:53:50.488" v="3"/>
          <ac:grpSpMkLst>
            <pc:docMk/>
            <pc:sldMk cId="3566103146" sldId="2147479056"/>
            <ac:grpSpMk id="37" creationId="{9144D7AD-95B5-2D72-FA9C-6F903871613E}"/>
          </ac:grpSpMkLst>
        </pc:grpChg>
        <pc:picChg chg="add mod ord">
          <ac:chgData name="小野内 雄一(Yuichi Onouchi)" userId="25f26155-90d4-48cf-af53-6e500664977b" providerId="ADAL" clId="{30365B56-DDD5-4444-97BD-35009667F071}" dt="2025-08-06T07:57:56.799" v="34" actId="1035"/>
          <ac:picMkLst>
            <pc:docMk/>
            <pc:sldMk cId="3566103146" sldId="2147479056"/>
            <ac:picMk id="46" creationId="{BD2CDD62-49D2-B783-D3B8-3D1F5A96386E}"/>
          </ac:picMkLst>
        </pc:picChg>
      </pc:sldChg>
    </pc:docChg>
  </pc:docChgLst>
  <pc:docChgLst>
    <pc:chgData name="箕浦 直人(Naoto Minoura)" userId="5919062d-2b7b-4207-8a53-93523815897f" providerId="ADAL" clId="{4646CFBC-0AD3-469A-9E64-A6A9334F8E0F}"/>
    <pc:docChg chg="undo custSel modSld">
      <pc:chgData name="箕浦 直人(Naoto Minoura)" userId="5919062d-2b7b-4207-8a53-93523815897f" providerId="ADAL" clId="{4646CFBC-0AD3-469A-9E64-A6A9334F8E0F}" dt="2025-08-20T01:05:01.427" v="498" actId="113"/>
      <pc:docMkLst>
        <pc:docMk/>
      </pc:docMkLst>
      <pc:sldChg chg="modSp mod">
        <pc:chgData name="箕浦 直人(Naoto Minoura)" userId="5919062d-2b7b-4207-8a53-93523815897f" providerId="ADAL" clId="{4646CFBC-0AD3-469A-9E64-A6A9334F8E0F}" dt="2025-08-20T00:37:44.911" v="24" actId="1036"/>
        <pc:sldMkLst>
          <pc:docMk/>
          <pc:sldMk cId="602113174" sldId="2147478912"/>
        </pc:sldMkLst>
        <pc:spChg chg="mod">
          <ac:chgData name="箕浦 直人(Naoto Minoura)" userId="5919062d-2b7b-4207-8a53-93523815897f" providerId="ADAL" clId="{4646CFBC-0AD3-469A-9E64-A6A9334F8E0F}" dt="2025-08-20T00:37:44.911" v="24" actId="1036"/>
          <ac:spMkLst>
            <pc:docMk/>
            <pc:sldMk cId="602113174" sldId="2147478912"/>
            <ac:spMk id="12" creationId="{CA8F946F-0CAF-5899-A7C2-3FCC6429A55A}"/>
          </ac:spMkLst>
        </pc:spChg>
        <pc:spChg chg="mod">
          <ac:chgData name="箕浦 直人(Naoto Minoura)" userId="5919062d-2b7b-4207-8a53-93523815897f" providerId="ADAL" clId="{4646CFBC-0AD3-469A-9E64-A6A9334F8E0F}" dt="2025-08-20T00:36:52.100" v="16" actId="6549"/>
          <ac:spMkLst>
            <pc:docMk/>
            <pc:sldMk cId="602113174" sldId="2147478912"/>
            <ac:spMk id="21" creationId="{46DF6493-3337-0FDE-7960-AB88B46F6EB5}"/>
          </ac:spMkLst>
        </pc:spChg>
        <pc:spChg chg="mod">
          <ac:chgData name="箕浦 直人(Naoto Minoura)" userId="5919062d-2b7b-4207-8a53-93523815897f" providerId="ADAL" clId="{4646CFBC-0AD3-469A-9E64-A6A9334F8E0F}" dt="2025-08-20T00:37:05.160" v="18" actId="14100"/>
          <ac:spMkLst>
            <pc:docMk/>
            <pc:sldMk cId="602113174" sldId="2147478912"/>
            <ac:spMk id="34" creationId="{F5A9D7F7-4FF0-BA42-1539-C53D05CC12CB}"/>
          </ac:spMkLst>
        </pc:spChg>
        <pc:spChg chg="mod">
          <ac:chgData name="箕浦 直人(Naoto Minoura)" userId="5919062d-2b7b-4207-8a53-93523815897f" providerId="ADAL" clId="{4646CFBC-0AD3-469A-9E64-A6A9334F8E0F}" dt="2025-08-20T00:37:26.312" v="22" actId="20577"/>
          <ac:spMkLst>
            <pc:docMk/>
            <pc:sldMk cId="602113174" sldId="2147478912"/>
            <ac:spMk id="35" creationId="{2F1BB191-27B4-6098-E988-FB1FD18628DF}"/>
          </ac:spMkLst>
        </pc:spChg>
        <pc:grpChg chg="mod">
          <ac:chgData name="箕浦 直人(Naoto Minoura)" userId="5919062d-2b7b-4207-8a53-93523815897f" providerId="ADAL" clId="{4646CFBC-0AD3-469A-9E64-A6A9334F8E0F}" dt="2025-08-20T00:37:02.071" v="17" actId="1076"/>
          <ac:grpSpMkLst>
            <pc:docMk/>
            <pc:sldMk cId="602113174" sldId="2147478912"/>
            <ac:grpSpMk id="8" creationId="{C9ABB039-8549-5C1A-58E2-D98966657BE2}"/>
          </ac:grpSpMkLst>
        </pc:grpChg>
        <pc:cxnChg chg="mod">
          <ac:chgData name="箕浦 直人(Naoto Minoura)" userId="5919062d-2b7b-4207-8a53-93523815897f" providerId="ADAL" clId="{4646CFBC-0AD3-469A-9E64-A6A9334F8E0F}" dt="2025-08-20T00:37:44.911" v="24" actId="1036"/>
          <ac:cxnSpMkLst>
            <pc:docMk/>
            <pc:sldMk cId="602113174" sldId="2147478912"/>
            <ac:cxnSpMk id="13" creationId="{72E2E856-6EB9-6511-8003-A10757D75A01}"/>
          </ac:cxnSpMkLst>
        </pc:cxnChg>
      </pc:sldChg>
      <pc:sldChg chg="modSp mod">
        <pc:chgData name="箕浦 直人(Naoto Minoura)" userId="5919062d-2b7b-4207-8a53-93523815897f" providerId="ADAL" clId="{4646CFBC-0AD3-469A-9E64-A6A9334F8E0F}" dt="2025-08-20T00:32:18.953" v="0" actId="20577"/>
        <pc:sldMkLst>
          <pc:docMk/>
          <pc:sldMk cId="2315678483" sldId="2147478918"/>
        </pc:sldMkLst>
        <pc:spChg chg="mod">
          <ac:chgData name="箕浦 直人(Naoto Minoura)" userId="5919062d-2b7b-4207-8a53-93523815897f" providerId="ADAL" clId="{4646CFBC-0AD3-469A-9E64-A6A9334F8E0F}" dt="2025-08-20T00:32:18.953" v="0" actId="20577"/>
          <ac:spMkLst>
            <pc:docMk/>
            <pc:sldMk cId="2315678483" sldId="2147478918"/>
            <ac:spMk id="36" creationId="{406480C2-4021-591A-07AD-64A7C077CBD0}"/>
          </ac:spMkLst>
        </pc:spChg>
      </pc:sldChg>
      <pc:sldChg chg="modSp mod">
        <pc:chgData name="箕浦 直人(Naoto Minoura)" userId="5919062d-2b7b-4207-8a53-93523815897f" providerId="ADAL" clId="{4646CFBC-0AD3-469A-9E64-A6A9334F8E0F}" dt="2025-08-20T00:37:58.607" v="32" actId="1038"/>
        <pc:sldMkLst>
          <pc:docMk/>
          <pc:sldMk cId="1195004234" sldId="2147478930"/>
        </pc:sldMkLst>
        <pc:spChg chg="mod">
          <ac:chgData name="箕浦 直人(Naoto Minoura)" userId="5919062d-2b7b-4207-8a53-93523815897f" providerId="ADAL" clId="{4646CFBC-0AD3-469A-9E64-A6A9334F8E0F}" dt="2025-08-20T00:37:58.607" v="32" actId="1038"/>
          <ac:spMkLst>
            <pc:docMk/>
            <pc:sldMk cId="1195004234" sldId="2147478930"/>
            <ac:spMk id="15" creationId="{AA5B300F-047E-A766-0B8E-2BA0EBDB20EB}"/>
          </ac:spMkLst>
        </pc:spChg>
        <pc:cxnChg chg="mod">
          <ac:chgData name="箕浦 直人(Naoto Minoura)" userId="5919062d-2b7b-4207-8a53-93523815897f" providerId="ADAL" clId="{4646CFBC-0AD3-469A-9E64-A6A9334F8E0F}" dt="2025-08-20T00:37:58.607" v="32" actId="1038"/>
          <ac:cxnSpMkLst>
            <pc:docMk/>
            <pc:sldMk cId="1195004234" sldId="2147478930"/>
            <ac:cxnSpMk id="20" creationId="{A8F90704-5B93-C236-3734-A224FDFA4E01}"/>
          </ac:cxnSpMkLst>
        </pc:cxnChg>
      </pc:sldChg>
      <pc:sldChg chg="modSp mod">
        <pc:chgData name="箕浦 直人(Naoto Minoura)" userId="5919062d-2b7b-4207-8a53-93523815897f" providerId="ADAL" clId="{4646CFBC-0AD3-469A-9E64-A6A9334F8E0F}" dt="2025-08-20T00:46:02.664" v="156" actId="692"/>
        <pc:sldMkLst>
          <pc:docMk/>
          <pc:sldMk cId="1736868851" sldId="2147478945"/>
        </pc:sldMkLst>
        <pc:grpChg chg="mod">
          <ac:chgData name="箕浦 直人(Naoto Minoura)" userId="5919062d-2b7b-4207-8a53-93523815897f" providerId="ADAL" clId="{4646CFBC-0AD3-469A-9E64-A6A9334F8E0F}" dt="2025-08-20T00:44:57.605" v="129" actId="14100"/>
          <ac:grpSpMkLst>
            <pc:docMk/>
            <pc:sldMk cId="1736868851" sldId="2147478945"/>
            <ac:grpSpMk id="76" creationId="{9B34C132-1B40-FFCA-09D5-83B5FCE1D131}"/>
          </ac:grpSpMkLst>
        </pc:grpChg>
        <pc:picChg chg="mod">
          <ac:chgData name="箕浦 直人(Naoto Minoura)" userId="5919062d-2b7b-4207-8a53-93523815897f" providerId="ADAL" clId="{4646CFBC-0AD3-469A-9E64-A6A9334F8E0F}" dt="2025-08-20T00:45:35.799" v="143" actId="692"/>
          <ac:picMkLst>
            <pc:docMk/>
            <pc:sldMk cId="1736868851" sldId="2147478945"/>
            <ac:picMk id="22" creationId="{2C3A9269-5812-D7E1-865E-951556EBD372}"/>
          </ac:picMkLst>
        </pc:picChg>
        <pc:picChg chg="mod">
          <ac:chgData name="箕浦 直人(Naoto Minoura)" userId="5919062d-2b7b-4207-8a53-93523815897f" providerId="ADAL" clId="{4646CFBC-0AD3-469A-9E64-A6A9334F8E0F}" dt="2025-08-20T00:46:02.664" v="156" actId="692"/>
          <ac:picMkLst>
            <pc:docMk/>
            <pc:sldMk cId="1736868851" sldId="2147478945"/>
            <ac:picMk id="27" creationId="{EBB54FA8-1F93-ECBE-C53D-B64C127AFF57}"/>
          </ac:picMkLst>
        </pc:picChg>
        <pc:cxnChg chg="mod">
          <ac:chgData name="箕浦 直人(Naoto Minoura)" userId="5919062d-2b7b-4207-8a53-93523815897f" providerId="ADAL" clId="{4646CFBC-0AD3-469A-9E64-A6A9334F8E0F}" dt="2025-08-20T00:44:57.605" v="129" actId="14100"/>
          <ac:cxnSpMkLst>
            <pc:docMk/>
            <pc:sldMk cId="1736868851" sldId="2147478945"/>
            <ac:cxnSpMk id="15" creationId="{3FDA8E96-1501-518D-AFE8-9A1324FFA5C4}"/>
          </ac:cxnSpMkLst>
        </pc:cxnChg>
      </pc:sldChg>
      <pc:sldChg chg="modSp mod">
        <pc:chgData name="箕浦 直人(Naoto Minoura)" userId="5919062d-2b7b-4207-8a53-93523815897f" providerId="ADAL" clId="{4646CFBC-0AD3-469A-9E64-A6A9334F8E0F}" dt="2025-08-20T00:48:14.164" v="167" actId="6549"/>
        <pc:sldMkLst>
          <pc:docMk/>
          <pc:sldMk cId="460227523" sldId="2147478950"/>
        </pc:sldMkLst>
        <pc:spChg chg="mod">
          <ac:chgData name="箕浦 直人(Naoto Minoura)" userId="5919062d-2b7b-4207-8a53-93523815897f" providerId="ADAL" clId="{4646CFBC-0AD3-469A-9E64-A6A9334F8E0F}" dt="2025-08-20T00:48:14.164" v="167" actId="6549"/>
          <ac:spMkLst>
            <pc:docMk/>
            <pc:sldMk cId="460227523" sldId="2147478950"/>
            <ac:spMk id="33" creationId="{4ADD2CAF-545A-403F-D5C6-6F2B74A635D2}"/>
          </ac:spMkLst>
        </pc:spChg>
      </pc:sldChg>
      <pc:sldChg chg="addSp delSp modSp mod">
        <pc:chgData name="箕浦 直人(Naoto Minoura)" userId="5919062d-2b7b-4207-8a53-93523815897f" providerId="ADAL" clId="{4646CFBC-0AD3-469A-9E64-A6A9334F8E0F}" dt="2025-08-20T00:53:33.696" v="316" actId="20577"/>
        <pc:sldMkLst>
          <pc:docMk/>
          <pc:sldMk cId="2859278012" sldId="2147478960"/>
        </pc:sldMkLst>
        <pc:spChg chg="add del">
          <ac:chgData name="箕浦 直人(Naoto Minoura)" userId="5919062d-2b7b-4207-8a53-93523815897f" providerId="ADAL" clId="{4646CFBC-0AD3-469A-9E64-A6A9334F8E0F}" dt="2025-08-20T00:39:18.897" v="35" actId="22"/>
          <ac:spMkLst>
            <pc:docMk/>
            <pc:sldMk cId="2859278012" sldId="2147478960"/>
            <ac:spMk id="5" creationId="{2D510A24-D563-81D6-4933-283D5CD577A1}"/>
          </ac:spMkLst>
        </pc:spChg>
        <pc:spChg chg="mod">
          <ac:chgData name="箕浦 直人(Naoto Minoura)" userId="5919062d-2b7b-4207-8a53-93523815897f" providerId="ADAL" clId="{4646CFBC-0AD3-469A-9E64-A6A9334F8E0F}" dt="2025-08-20T00:53:33.696" v="316" actId="20577"/>
          <ac:spMkLst>
            <pc:docMk/>
            <pc:sldMk cId="2859278012" sldId="2147478960"/>
            <ac:spMk id="6" creationId="{914FDBDA-63E4-8D73-0CCB-D3DE18B7CAB7}"/>
          </ac:spMkLst>
        </pc:spChg>
        <pc:spChg chg="add mod">
          <ac:chgData name="箕浦 直人(Naoto Minoura)" userId="5919062d-2b7b-4207-8a53-93523815897f" providerId="ADAL" clId="{4646CFBC-0AD3-469A-9E64-A6A9334F8E0F}" dt="2025-08-20T00:43:28.090" v="109" actId="14100"/>
          <ac:spMkLst>
            <pc:docMk/>
            <pc:sldMk cId="2859278012" sldId="2147478960"/>
            <ac:spMk id="7" creationId="{4EB4DE93-4273-67FA-981B-80BFD6B86052}"/>
          </ac:spMkLst>
        </pc:spChg>
        <pc:spChg chg="mod">
          <ac:chgData name="箕浦 直人(Naoto Minoura)" userId="5919062d-2b7b-4207-8a53-93523815897f" providerId="ADAL" clId="{4646CFBC-0AD3-469A-9E64-A6A9334F8E0F}" dt="2025-08-20T00:43:55.982" v="127" actId="14100"/>
          <ac:spMkLst>
            <pc:docMk/>
            <pc:sldMk cId="2859278012" sldId="2147478960"/>
            <ac:spMk id="19" creationId="{55F69FE0-9941-F2D9-9D8C-2A159F00B06B}"/>
          </ac:spMkLst>
        </pc:spChg>
        <pc:spChg chg="mod">
          <ac:chgData name="箕浦 直人(Naoto Minoura)" userId="5919062d-2b7b-4207-8a53-93523815897f" providerId="ADAL" clId="{4646CFBC-0AD3-469A-9E64-A6A9334F8E0F}" dt="2025-08-20T00:42:00.234" v="88" actId="14100"/>
          <ac:spMkLst>
            <pc:docMk/>
            <pc:sldMk cId="2859278012" sldId="2147478960"/>
            <ac:spMk id="34" creationId="{374266A3-4112-7087-288B-1BEB68501B95}"/>
          </ac:spMkLst>
        </pc:spChg>
        <pc:spChg chg="mod">
          <ac:chgData name="箕浦 直人(Naoto Minoura)" userId="5919062d-2b7b-4207-8a53-93523815897f" providerId="ADAL" clId="{4646CFBC-0AD3-469A-9E64-A6A9334F8E0F}" dt="2025-08-20T00:49:05.317" v="185" actId="6549"/>
          <ac:spMkLst>
            <pc:docMk/>
            <pc:sldMk cId="2859278012" sldId="2147478960"/>
            <ac:spMk id="35" creationId="{5E8A1908-59E8-0A3B-8599-FF6009402A5C}"/>
          </ac:spMkLst>
        </pc:spChg>
        <pc:spChg chg="mod">
          <ac:chgData name="箕浦 直人(Naoto Minoura)" userId="5919062d-2b7b-4207-8a53-93523815897f" providerId="ADAL" clId="{4646CFBC-0AD3-469A-9E64-A6A9334F8E0F}" dt="2025-08-20T00:48:59.193" v="176" actId="6549"/>
          <ac:spMkLst>
            <pc:docMk/>
            <pc:sldMk cId="2859278012" sldId="2147478960"/>
            <ac:spMk id="40" creationId="{F2AA7F65-40D9-0C4F-7C9A-85F06E169854}"/>
          </ac:spMkLst>
        </pc:spChg>
        <pc:grpChg chg="mod">
          <ac:chgData name="箕浦 直人(Naoto Minoura)" userId="5919062d-2b7b-4207-8a53-93523815897f" providerId="ADAL" clId="{4646CFBC-0AD3-469A-9E64-A6A9334F8E0F}" dt="2025-08-20T00:41:46.040" v="85" actId="1076"/>
          <ac:grpSpMkLst>
            <pc:docMk/>
            <pc:sldMk cId="2859278012" sldId="2147478960"/>
            <ac:grpSpMk id="11" creationId="{17E43B8E-512D-990B-2140-E4971DB99975}"/>
          </ac:grpSpMkLst>
        </pc:grpChg>
        <pc:grpChg chg="mod ord">
          <ac:chgData name="箕浦 直人(Naoto Minoura)" userId="5919062d-2b7b-4207-8a53-93523815897f" providerId="ADAL" clId="{4646CFBC-0AD3-469A-9E64-A6A9334F8E0F}" dt="2025-08-20T00:43:50.488" v="126" actId="1076"/>
          <ac:grpSpMkLst>
            <pc:docMk/>
            <pc:sldMk cId="2859278012" sldId="2147478960"/>
            <ac:grpSpMk id="14" creationId="{A1521B1F-4395-2854-8E1C-81C990788BCB}"/>
          </ac:grpSpMkLst>
        </pc:grpChg>
        <pc:picChg chg="mod">
          <ac:chgData name="箕浦 直人(Naoto Minoura)" userId="5919062d-2b7b-4207-8a53-93523815897f" providerId="ADAL" clId="{4646CFBC-0AD3-469A-9E64-A6A9334F8E0F}" dt="2025-08-20T00:42:40.863" v="92" actId="1076"/>
          <ac:picMkLst>
            <pc:docMk/>
            <pc:sldMk cId="2859278012" sldId="2147478960"/>
            <ac:picMk id="13" creationId="{AB0ADBC9-FE36-12CE-9B16-5FCBCC11C3B9}"/>
          </ac:picMkLst>
        </pc:picChg>
      </pc:sldChg>
      <pc:sldChg chg="addSp modSp mod">
        <pc:chgData name="箕浦 直人(Naoto Minoura)" userId="5919062d-2b7b-4207-8a53-93523815897f" providerId="ADAL" clId="{4646CFBC-0AD3-469A-9E64-A6A9334F8E0F}" dt="2025-08-20T01:00:26.577" v="472" actId="14100"/>
        <pc:sldMkLst>
          <pc:docMk/>
          <pc:sldMk cId="1992339363" sldId="2147478971"/>
        </pc:sldMkLst>
        <pc:spChg chg="add mod">
          <ac:chgData name="箕浦 直人(Naoto Minoura)" userId="5919062d-2b7b-4207-8a53-93523815897f" providerId="ADAL" clId="{4646CFBC-0AD3-469A-9E64-A6A9334F8E0F}" dt="2025-08-20T00:59:59.467" v="465" actId="14100"/>
          <ac:spMkLst>
            <pc:docMk/>
            <pc:sldMk cId="1992339363" sldId="2147478971"/>
            <ac:spMk id="2" creationId="{BE66A7D0-0C7B-3060-AC35-3BE50FEF23B2}"/>
          </ac:spMkLst>
        </pc:spChg>
        <pc:spChg chg="mod">
          <ac:chgData name="箕浦 直人(Naoto Minoura)" userId="5919062d-2b7b-4207-8a53-93523815897f" providerId="ADAL" clId="{4646CFBC-0AD3-469A-9E64-A6A9334F8E0F}" dt="2025-08-20T01:00:26.577" v="472" actId="14100"/>
          <ac:spMkLst>
            <pc:docMk/>
            <pc:sldMk cId="1992339363" sldId="2147478971"/>
            <ac:spMk id="33" creationId="{4D461801-FBAA-6591-FDFC-73F855217A50}"/>
          </ac:spMkLst>
        </pc:spChg>
        <pc:grpChg chg="mod">
          <ac:chgData name="箕浦 直人(Naoto Minoura)" userId="5919062d-2b7b-4207-8a53-93523815897f" providerId="ADAL" clId="{4646CFBC-0AD3-469A-9E64-A6A9334F8E0F}" dt="2025-08-20T01:00:18.028" v="471" actId="1036"/>
          <ac:grpSpMkLst>
            <pc:docMk/>
            <pc:sldMk cId="1992339363" sldId="2147478971"/>
            <ac:grpSpMk id="14" creationId="{C58D89C0-9964-6396-1AEF-9038363391B0}"/>
          </ac:grpSpMkLst>
        </pc:grpChg>
        <pc:grpChg chg="mod ord">
          <ac:chgData name="箕浦 直人(Naoto Minoura)" userId="5919062d-2b7b-4207-8a53-93523815897f" providerId="ADAL" clId="{4646CFBC-0AD3-469A-9E64-A6A9334F8E0F}" dt="2025-08-20T01:00:06.084" v="466" actId="166"/>
          <ac:grpSpMkLst>
            <pc:docMk/>
            <pc:sldMk cId="1992339363" sldId="2147478971"/>
            <ac:grpSpMk id="23" creationId="{5AC1CAA0-E514-CFF0-1EC1-0943C1FE2EA0}"/>
          </ac:grpSpMkLst>
        </pc:grpChg>
      </pc:sldChg>
      <pc:sldChg chg="modSp mod">
        <pc:chgData name="箕浦 直人(Naoto Minoura)" userId="5919062d-2b7b-4207-8a53-93523815897f" providerId="ADAL" clId="{4646CFBC-0AD3-469A-9E64-A6A9334F8E0F}" dt="2025-08-20T01:00:43.286" v="473" actId="14100"/>
        <pc:sldMkLst>
          <pc:docMk/>
          <pc:sldMk cId="3986031024" sldId="2147478975"/>
        </pc:sldMkLst>
        <pc:cxnChg chg="mod">
          <ac:chgData name="箕浦 直人(Naoto Minoura)" userId="5919062d-2b7b-4207-8a53-93523815897f" providerId="ADAL" clId="{4646CFBC-0AD3-469A-9E64-A6A9334F8E0F}" dt="2025-08-20T01:00:43.286" v="473" actId="14100"/>
          <ac:cxnSpMkLst>
            <pc:docMk/>
            <pc:sldMk cId="3986031024" sldId="2147478975"/>
            <ac:cxnSpMk id="12" creationId="{BD37BE4E-3468-CB28-03EA-3FD7F4D584BC}"/>
          </ac:cxnSpMkLst>
        </pc:cxnChg>
      </pc:sldChg>
      <pc:sldChg chg="modSp mod">
        <pc:chgData name="箕浦 直人(Naoto Minoura)" userId="5919062d-2b7b-4207-8a53-93523815897f" providerId="ADAL" clId="{4646CFBC-0AD3-469A-9E64-A6A9334F8E0F}" dt="2025-08-20T00:46:47.177" v="158" actId="207"/>
        <pc:sldMkLst>
          <pc:docMk/>
          <pc:sldMk cId="2377899613" sldId="2147479051"/>
        </pc:sldMkLst>
        <pc:spChg chg="mod">
          <ac:chgData name="箕浦 直人(Naoto Minoura)" userId="5919062d-2b7b-4207-8a53-93523815897f" providerId="ADAL" clId="{4646CFBC-0AD3-469A-9E64-A6A9334F8E0F}" dt="2025-08-20T00:46:37.655" v="157" actId="207"/>
          <ac:spMkLst>
            <pc:docMk/>
            <pc:sldMk cId="2377899613" sldId="2147479051"/>
            <ac:spMk id="40" creationId="{8EA12154-4CC1-DABD-5E40-D1D01C0B9461}"/>
          </ac:spMkLst>
        </pc:spChg>
        <pc:spChg chg="mod">
          <ac:chgData name="箕浦 直人(Naoto Minoura)" userId="5919062d-2b7b-4207-8a53-93523815897f" providerId="ADAL" clId="{4646CFBC-0AD3-469A-9E64-A6A9334F8E0F}" dt="2025-08-20T00:46:47.177" v="158" actId="207"/>
          <ac:spMkLst>
            <pc:docMk/>
            <pc:sldMk cId="2377899613" sldId="2147479051"/>
            <ac:spMk id="53" creationId="{7D1F2866-F835-AD96-FD24-CE3C28533D4E}"/>
          </ac:spMkLst>
        </pc:spChg>
      </pc:sldChg>
      <pc:sldChg chg="modSp mod">
        <pc:chgData name="箕浦 直人(Naoto Minoura)" userId="5919062d-2b7b-4207-8a53-93523815897f" providerId="ADAL" clId="{4646CFBC-0AD3-469A-9E64-A6A9334F8E0F}" dt="2025-08-20T01:03:53.283" v="497" actId="14100"/>
        <pc:sldMkLst>
          <pc:docMk/>
          <pc:sldMk cId="16232279" sldId="2147479052"/>
        </pc:sldMkLst>
        <pc:spChg chg="mod">
          <ac:chgData name="箕浦 直人(Naoto Minoura)" userId="5919062d-2b7b-4207-8a53-93523815897f" providerId="ADAL" clId="{4646CFBC-0AD3-469A-9E64-A6A9334F8E0F}" dt="2025-08-20T00:57:22.996" v="448" actId="20577"/>
          <ac:spMkLst>
            <pc:docMk/>
            <pc:sldMk cId="16232279" sldId="2147479052"/>
            <ac:spMk id="6" creationId="{914FDBDA-63E4-8D73-0CCB-D3DE18B7CAB7}"/>
          </ac:spMkLst>
        </pc:spChg>
        <pc:spChg chg="mod">
          <ac:chgData name="箕浦 直人(Naoto Minoura)" userId="5919062d-2b7b-4207-8a53-93523815897f" providerId="ADAL" clId="{4646CFBC-0AD3-469A-9E64-A6A9334F8E0F}" dt="2025-08-20T01:02:01.023" v="474" actId="113"/>
          <ac:spMkLst>
            <pc:docMk/>
            <pc:sldMk cId="16232279" sldId="2147479052"/>
            <ac:spMk id="12" creationId="{CB1748EF-5AA7-1587-C058-B733D2E8DE0A}"/>
          </ac:spMkLst>
        </pc:spChg>
        <pc:spChg chg="mod">
          <ac:chgData name="箕浦 直人(Naoto Minoura)" userId="5919062d-2b7b-4207-8a53-93523815897f" providerId="ADAL" clId="{4646CFBC-0AD3-469A-9E64-A6A9334F8E0F}" dt="2025-08-20T01:02:38.984" v="488" actId="207"/>
          <ac:spMkLst>
            <pc:docMk/>
            <pc:sldMk cId="16232279" sldId="2147479052"/>
            <ac:spMk id="59" creationId="{FB46D653-1A33-EAC7-3FF9-E0D5263DC699}"/>
          </ac:spMkLst>
        </pc:spChg>
        <pc:spChg chg="mod">
          <ac:chgData name="箕浦 直人(Naoto Minoura)" userId="5919062d-2b7b-4207-8a53-93523815897f" providerId="ADAL" clId="{4646CFBC-0AD3-469A-9E64-A6A9334F8E0F}" dt="2025-08-20T01:03:53.283" v="497" actId="14100"/>
          <ac:spMkLst>
            <pc:docMk/>
            <pc:sldMk cId="16232279" sldId="2147479052"/>
            <ac:spMk id="65" creationId="{3930CD51-6E04-0166-9643-957B0F7663F4}"/>
          </ac:spMkLst>
        </pc:spChg>
        <pc:spChg chg="mod">
          <ac:chgData name="箕浦 直人(Naoto Minoura)" userId="5919062d-2b7b-4207-8a53-93523815897f" providerId="ADAL" clId="{4646CFBC-0AD3-469A-9E64-A6A9334F8E0F}" dt="2025-08-20T00:55:25.797" v="333" actId="1036"/>
          <ac:spMkLst>
            <pc:docMk/>
            <pc:sldMk cId="16232279" sldId="2147479052"/>
            <ac:spMk id="78" creationId="{71A59649-3975-5C29-6397-AF75460E2B17}"/>
          </ac:spMkLst>
        </pc:spChg>
        <pc:spChg chg="mod">
          <ac:chgData name="箕浦 直人(Naoto Minoura)" userId="5919062d-2b7b-4207-8a53-93523815897f" providerId="ADAL" clId="{4646CFBC-0AD3-469A-9E64-A6A9334F8E0F}" dt="2025-08-20T00:55:48.444" v="361" actId="1036"/>
          <ac:spMkLst>
            <pc:docMk/>
            <pc:sldMk cId="16232279" sldId="2147479052"/>
            <ac:spMk id="79" creationId="{FB19A0FA-2942-D540-070E-1472F66E5F3E}"/>
          </ac:spMkLst>
        </pc:spChg>
        <pc:spChg chg="mod">
          <ac:chgData name="箕浦 直人(Naoto Minoura)" userId="5919062d-2b7b-4207-8a53-93523815897f" providerId="ADAL" clId="{4646CFBC-0AD3-469A-9E64-A6A9334F8E0F}" dt="2025-08-20T00:55:25.797" v="333" actId="1036"/>
          <ac:spMkLst>
            <pc:docMk/>
            <pc:sldMk cId="16232279" sldId="2147479052"/>
            <ac:spMk id="80" creationId="{A39A2079-8138-B79C-653D-6926F67B27F5}"/>
          </ac:spMkLst>
        </pc:spChg>
        <pc:spChg chg="mod">
          <ac:chgData name="箕浦 直人(Naoto Minoura)" userId="5919062d-2b7b-4207-8a53-93523815897f" providerId="ADAL" clId="{4646CFBC-0AD3-469A-9E64-A6A9334F8E0F}" dt="2025-08-20T00:55:48.444" v="361" actId="1036"/>
          <ac:spMkLst>
            <pc:docMk/>
            <pc:sldMk cId="16232279" sldId="2147479052"/>
            <ac:spMk id="81" creationId="{D64F0C07-CCC5-7A30-0C86-7EE6A4A27700}"/>
          </ac:spMkLst>
        </pc:spChg>
        <pc:grpChg chg="mod">
          <ac:chgData name="箕浦 直人(Naoto Minoura)" userId="5919062d-2b7b-4207-8a53-93523815897f" providerId="ADAL" clId="{4646CFBC-0AD3-469A-9E64-A6A9334F8E0F}" dt="2025-08-20T00:55:25.797" v="333" actId="1036"/>
          <ac:grpSpMkLst>
            <pc:docMk/>
            <pc:sldMk cId="16232279" sldId="2147479052"/>
            <ac:grpSpMk id="57" creationId="{D88347E1-6386-FBFB-56BB-A7AF99214CC3}"/>
          </ac:grpSpMkLst>
        </pc:grpChg>
        <pc:grpChg chg="mod">
          <ac:chgData name="箕浦 直人(Naoto Minoura)" userId="5919062d-2b7b-4207-8a53-93523815897f" providerId="ADAL" clId="{4646CFBC-0AD3-469A-9E64-A6A9334F8E0F}" dt="2025-08-20T00:55:25.797" v="333" actId="1036"/>
          <ac:grpSpMkLst>
            <pc:docMk/>
            <pc:sldMk cId="16232279" sldId="2147479052"/>
            <ac:grpSpMk id="64" creationId="{880D76DB-6971-C066-B479-9B79366F4B74}"/>
          </ac:grpSpMkLst>
        </pc:grpChg>
        <pc:picChg chg="mod">
          <ac:chgData name="箕浦 直人(Naoto Minoura)" userId="5919062d-2b7b-4207-8a53-93523815897f" providerId="ADAL" clId="{4646CFBC-0AD3-469A-9E64-A6A9334F8E0F}" dt="2025-08-20T00:55:25.797" v="333" actId="1036"/>
          <ac:picMkLst>
            <pc:docMk/>
            <pc:sldMk cId="16232279" sldId="2147479052"/>
            <ac:picMk id="47" creationId="{65C6AF88-1E77-7999-764D-F8AFC1CB8CAF}"/>
          </ac:picMkLst>
        </pc:picChg>
      </pc:sldChg>
      <pc:sldChg chg="modSp mod">
        <pc:chgData name="箕浦 直人(Naoto Minoura)" userId="5919062d-2b7b-4207-8a53-93523815897f" providerId="ADAL" clId="{4646CFBC-0AD3-469A-9E64-A6A9334F8E0F}" dt="2025-08-20T01:05:01.427" v="498" actId="113"/>
        <pc:sldMkLst>
          <pc:docMk/>
          <pc:sldMk cId="2727422993" sldId="2147479053"/>
        </pc:sldMkLst>
        <pc:spChg chg="mod">
          <ac:chgData name="箕浦 直人(Naoto Minoura)" userId="5919062d-2b7b-4207-8a53-93523815897f" providerId="ADAL" clId="{4646CFBC-0AD3-469A-9E64-A6A9334F8E0F}" dt="2025-08-20T01:05:01.427" v="498" actId="113"/>
          <ac:spMkLst>
            <pc:docMk/>
            <pc:sldMk cId="2727422993" sldId="2147479053"/>
            <ac:spMk id="12" creationId="{CB1748EF-5AA7-1587-C058-B733D2E8DE0A}"/>
          </ac:spMkLst>
        </pc:spChg>
      </pc:sldChg>
    </pc:docChg>
  </pc:docChgLst>
  <pc:docChgLst>
    <pc:chgData name="高橋 恵治(Keiji Takahashi)" userId="S::j1932961@jera.co.jp::82b88530-1dab-42fe-ae3a-d213f19dfabb" providerId="AD" clId="Web-{5B0E8D95-DC2C-6B6F-EAF4-57707943FCE3}"/>
    <pc:docChg chg="mod">
      <pc:chgData name="高橋 恵治(Keiji Takahashi)" userId="S::j1932961@jera.co.jp::82b88530-1dab-42fe-ae3a-d213f19dfabb" providerId="AD" clId="Web-{5B0E8D95-DC2C-6B6F-EAF4-57707943FCE3}" dt="2025-07-30T01:30:58.083" v="0"/>
      <pc:docMkLst>
        <pc:docMk/>
      </pc:docMkLst>
    </pc:docChg>
  </pc:docChgLst>
  <pc:docChgLst>
    <pc:chgData name="箕浦 直人(Naoto Minoura)" userId="5919062d-2b7b-4207-8a53-93523815897f" providerId="ADAL" clId="{521A3A21-09C5-4285-9692-8528E2873E63}"/>
    <pc:docChg chg="custSel modSld">
      <pc:chgData name="箕浦 直人(Naoto Minoura)" userId="5919062d-2b7b-4207-8a53-93523815897f" providerId="ADAL" clId="{521A3A21-09C5-4285-9692-8528E2873E63}" dt="2025-07-31T04:23:16.542" v="40" actId="1036"/>
      <pc:docMkLst>
        <pc:docMk/>
      </pc:docMkLst>
      <pc:sldChg chg="addSp delSp modSp mod">
        <pc:chgData name="箕浦 直人(Naoto Minoura)" userId="5919062d-2b7b-4207-8a53-93523815897f" providerId="ADAL" clId="{521A3A21-09C5-4285-9692-8528E2873E63}" dt="2025-07-31T04:20:24.668" v="28" actId="1038"/>
        <pc:sldMkLst>
          <pc:docMk/>
          <pc:sldMk cId="460227523" sldId="2147478950"/>
        </pc:sldMkLst>
        <pc:spChg chg="mod">
          <ac:chgData name="箕浦 直人(Naoto Minoura)" userId="5919062d-2b7b-4207-8a53-93523815897f" providerId="ADAL" clId="{521A3A21-09C5-4285-9692-8528E2873E63}" dt="2025-07-31T04:19:59.391" v="25" actId="14100"/>
          <ac:spMkLst>
            <pc:docMk/>
            <pc:sldMk cId="460227523" sldId="2147478950"/>
            <ac:spMk id="10" creationId="{4747D520-04B8-05A1-9223-F95E8BCEFD37}"/>
          </ac:spMkLst>
        </pc:spChg>
        <pc:spChg chg="mod">
          <ac:chgData name="箕浦 直人(Naoto Minoura)" userId="5919062d-2b7b-4207-8a53-93523815897f" providerId="ADAL" clId="{521A3A21-09C5-4285-9692-8528E2873E63}" dt="2025-07-31T04:15:41.062" v="19" actId="14100"/>
          <ac:spMkLst>
            <pc:docMk/>
            <pc:sldMk cId="460227523" sldId="2147478950"/>
            <ac:spMk id="18" creationId="{DF6EA96B-2EC8-B2AE-9EF5-AB995A4C2DED}"/>
          </ac:spMkLst>
        </pc:spChg>
        <pc:spChg chg="mod topLvl">
          <ac:chgData name="箕浦 直人(Naoto Minoura)" userId="5919062d-2b7b-4207-8a53-93523815897f" providerId="ADAL" clId="{521A3A21-09C5-4285-9692-8528E2873E63}" dt="2025-07-31T04:15:31.163" v="18" actId="14100"/>
          <ac:spMkLst>
            <pc:docMk/>
            <pc:sldMk cId="460227523" sldId="2147478950"/>
            <ac:spMk id="26" creationId="{88ED1DB9-30F2-B222-8A90-600CA9635CCA}"/>
          </ac:spMkLst>
        </pc:spChg>
        <pc:spChg chg="mod">
          <ac:chgData name="箕浦 直人(Naoto Minoura)" userId="5919062d-2b7b-4207-8a53-93523815897f" providerId="ADAL" clId="{521A3A21-09C5-4285-9692-8528E2873E63}" dt="2025-07-31T04:20:08.588" v="26" actId="14100"/>
          <ac:spMkLst>
            <pc:docMk/>
            <pc:sldMk cId="460227523" sldId="2147478950"/>
            <ac:spMk id="38" creationId="{8228968F-5E42-6758-7DAC-FE5C2ECCF45C}"/>
          </ac:spMkLst>
        </pc:spChg>
        <pc:spChg chg="mod">
          <ac:chgData name="箕浦 直人(Naoto Minoura)" userId="5919062d-2b7b-4207-8a53-93523815897f" providerId="ADAL" clId="{521A3A21-09C5-4285-9692-8528E2873E63}" dt="2025-07-31T04:20:24.668" v="28" actId="1038"/>
          <ac:spMkLst>
            <pc:docMk/>
            <pc:sldMk cId="460227523" sldId="2147478950"/>
            <ac:spMk id="50" creationId="{D0EB4F51-71DC-8BEC-73E5-EB284D2A17A4}"/>
          </ac:spMkLst>
        </pc:spChg>
        <pc:spChg chg="mod">
          <ac:chgData name="箕浦 直人(Naoto Minoura)" userId="5919062d-2b7b-4207-8a53-93523815897f" providerId="ADAL" clId="{521A3A21-09C5-4285-9692-8528E2873E63}" dt="2025-07-31T04:05:52.854" v="3" actId="20577"/>
          <ac:spMkLst>
            <pc:docMk/>
            <pc:sldMk cId="460227523" sldId="2147478950"/>
            <ac:spMk id="64" creationId="{0F868D9A-D39B-CDDC-6035-50D7FBD3985B}"/>
          </ac:spMkLst>
        </pc:spChg>
        <pc:grpChg chg="mod">
          <ac:chgData name="箕浦 直人(Naoto Minoura)" userId="5919062d-2b7b-4207-8a53-93523815897f" providerId="ADAL" clId="{521A3A21-09C5-4285-9692-8528E2873E63}" dt="2025-07-31T04:13:40.768" v="8" actId="1076"/>
          <ac:grpSpMkLst>
            <pc:docMk/>
            <pc:sldMk cId="460227523" sldId="2147478950"/>
            <ac:grpSpMk id="5" creationId="{69A278B1-F12D-9ED0-7F40-A6BB1D620FC6}"/>
          </ac:grpSpMkLst>
        </pc:grpChg>
        <pc:picChg chg="add mod ord">
          <ac:chgData name="箕浦 直人(Naoto Minoura)" userId="5919062d-2b7b-4207-8a53-93523815897f" providerId="ADAL" clId="{521A3A21-09C5-4285-9692-8528E2873E63}" dt="2025-07-31T04:15:16.070" v="15" actId="167"/>
          <ac:picMkLst>
            <pc:docMk/>
            <pc:sldMk cId="460227523" sldId="2147478950"/>
            <ac:picMk id="4" creationId="{06B6B613-265F-B4D5-F3DF-787377DE640F}"/>
          </ac:picMkLst>
        </pc:picChg>
        <pc:cxnChg chg="mod">
          <ac:chgData name="箕浦 直人(Naoto Minoura)" userId="5919062d-2b7b-4207-8a53-93523815897f" providerId="ADAL" clId="{521A3A21-09C5-4285-9692-8528E2873E63}" dt="2025-07-31T04:19:59.391" v="25" actId="14100"/>
          <ac:cxnSpMkLst>
            <pc:docMk/>
            <pc:sldMk cId="460227523" sldId="2147478950"/>
            <ac:cxnSpMk id="13" creationId="{7D27D0B7-D1D4-75A3-D8F3-E197CA1C399A}"/>
          </ac:cxnSpMkLst>
        </pc:cxnChg>
        <pc:cxnChg chg="mod">
          <ac:chgData name="箕浦 直人(Naoto Minoura)" userId="5919062d-2b7b-4207-8a53-93523815897f" providerId="ADAL" clId="{521A3A21-09C5-4285-9692-8528E2873E63}" dt="2025-07-31T04:15:31.163" v="18" actId="14100"/>
          <ac:cxnSpMkLst>
            <pc:docMk/>
            <pc:sldMk cId="460227523" sldId="2147478950"/>
            <ac:cxnSpMk id="15" creationId="{745ADCE8-EA97-9A3E-6795-6AD50186CA76}"/>
          </ac:cxnSpMkLst>
        </pc:cxnChg>
      </pc:sldChg>
      <pc:sldChg chg="addSp modSp mod">
        <pc:chgData name="箕浦 直人(Naoto Minoura)" userId="5919062d-2b7b-4207-8a53-93523815897f" providerId="ADAL" clId="{521A3A21-09C5-4285-9692-8528E2873E63}" dt="2025-07-31T04:23:16.542" v="40" actId="1036"/>
        <pc:sldMkLst>
          <pc:docMk/>
          <pc:sldMk cId="1992339363" sldId="2147478971"/>
        </pc:sldMkLst>
        <pc:spChg chg="mod">
          <ac:chgData name="箕浦 直人(Naoto Minoura)" userId="5919062d-2b7b-4207-8a53-93523815897f" providerId="ADAL" clId="{521A3A21-09C5-4285-9692-8528E2873E63}" dt="2025-07-31T04:23:16.542" v="40" actId="1036"/>
          <ac:spMkLst>
            <pc:docMk/>
            <pc:sldMk cId="1992339363" sldId="2147478971"/>
            <ac:spMk id="7" creationId="{CF855581-26B8-C407-B4B8-5A65222878DC}"/>
          </ac:spMkLst>
        </pc:spChg>
        <pc:spChg chg="mod">
          <ac:chgData name="箕浦 直人(Naoto Minoura)" userId="5919062d-2b7b-4207-8a53-93523815897f" providerId="ADAL" clId="{521A3A21-09C5-4285-9692-8528E2873E63}" dt="2025-07-31T04:22:43.082" v="32" actId="164"/>
          <ac:spMkLst>
            <pc:docMk/>
            <pc:sldMk cId="1992339363" sldId="2147478971"/>
            <ac:spMk id="32" creationId="{20ABCD0C-9519-3F27-BD97-37EECD3A4ABD}"/>
          </ac:spMkLst>
        </pc:spChg>
        <pc:grpChg chg="add mod">
          <ac:chgData name="箕浦 直人(Naoto Minoura)" userId="5919062d-2b7b-4207-8a53-93523815897f" providerId="ADAL" clId="{521A3A21-09C5-4285-9692-8528E2873E63}" dt="2025-07-31T04:22:43.082" v="32" actId="164"/>
          <ac:grpSpMkLst>
            <pc:docMk/>
            <pc:sldMk cId="1992339363" sldId="2147478971"/>
            <ac:grpSpMk id="8" creationId="{9BE22DE9-2A85-4852-6186-962D9F8CF74E}"/>
          </ac:grpSpMkLst>
        </pc:grpChg>
        <pc:picChg chg="add mod">
          <ac:chgData name="箕浦 直人(Naoto Minoura)" userId="5919062d-2b7b-4207-8a53-93523815897f" providerId="ADAL" clId="{521A3A21-09C5-4285-9692-8528E2873E63}" dt="2025-07-31T04:22:43.082" v="32" actId="164"/>
          <ac:picMkLst>
            <pc:docMk/>
            <pc:sldMk cId="1992339363" sldId="2147478971"/>
            <ac:picMk id="4" creationId="{E8903669-B25D-378D-A0C5-7C6B790F2925}"/>
          </ac:picMkLst>
        </pc:picChg>
        <pc:cxnChg chg="mod">
          <ac:chgData name="箕浦 直人(Naoto Minoura)" userId="5919062d-2b7b-4207-8a53-93523815897f" providerId="ADAL" clId="{521A3A21-09C5-4285-9692-8528E2873E63}" dt="2025-07-31T04:23:16.542" v="40" actId="1036"/>
          <ac:cxnSpMkLst>
            <pc:docMk/>
            <pc:sldMk cId="1992339363" sldId="2147478971"/>
            <ac:cxnSpMk id="20" creationId="{4A376450-B60E-89EA-6FEB-1D94DFE7FB31}"/>
          </ac:cxnSpMkLst>
        </pc:cxnChg>
        <pc:cxnChg chg="mod">
          <ac:chgData name="箕浦 直人(Naoto Minoura)" userId="5919062d-2b7b-4207-8a53-93523815897f" providerId="ADAL" clId="{521A3A21-09C5-4285-9692-8528E2873E63}" dt="2025-07-31T04:23:16.542" v="40" actId="1036"/>
          <ac:cxnSpMkLst>
            <pc:docMk/>
            <pc:sldMk cId="1992339363" sldId="2147478971"/>
            <ac:cxnSpMk id="21" creationId="{6817B1A9-7C35-DE75-28DC-EA71314A31C5}"/>
          </ac:cxnSpMkLst>
        </pc:cxnChg>
      </pc:sldChg>
      <pc:sldChg chg="modSp mod">
        <pc:chgData name="箕浦 直人(Naoto Minoura)" userId="5919062d-2b7b-4207-8a53-93523815897f" providerId="ADAL" clId="{521A3A21-09C5-4285-9692-8528E2873E63}" dt="2025-07-31T04:18:40.016" v="21" actId="14100"/>
        <pc:sldMkLst>
          <pc:docMk/>
          <pc:sldMk cId="1399776537" sldId="2147478980"/>
        </pc:sldMkLst>
        <pc:spChg chg="mod">
          <ac:chgData name="箕浦 直人(Naoto Minoura)" userId="5919062d-2b7b-4207-8a53-93523815897f" providerId="ADAL" clId="{521A3A21-09C5-4285-9692-8528E2873E63}" dt="2025-07-31T04:18:34.409" v="20" actId="14100"/>
          <ac:spMkLst>
            <pc:docMk/>
            <pc:sldMk cId="1399776537" sldId="2147478980"/>
            <ac:spMk id="13" creationId="{4AB9B901-F923-A02B-6C22-8CB6388E7A77}"/>
          </ac:spMkLst>
        </pc:spChg>
        <pc:spChg chg="mod">
          <ac:chgData name="箕浦 直人(Naoto Minoura)" userId="5919062d-2b7b-4207-8a53-93523815897f" providerId="ADAL" clId="{521A3A21-09C5-4285-9692-8528E2873E63}" dt="2025-07-31T04:18:40.016" v="21" actId="14100"/>
          <ac:spMkLst>
            <pc:docMk/>
            <pc:sldMk cId="1399776537" sldId="2147478980"/>
            <ac:spMk id="37" creationId="{A4832E56-9BD9-76A5-039E-287CD24DDC37}"/>
          </ac:spMkLst>
        </pc:spChg>
        <pc:cxnChg chg="mod">
          <ac:chgData name="箕浦 直人(Naoto Minoura)" userId="5919062d-2b7b-4207-8a53-93523815897f" providerId="ADAL" clId="{521A3A21-09C5-4285-9692-8528E2873E63}" dt="2025-07-31T04:18:34.409" v="20" actId="14100"/>
          <ac:cxnSpMkLst>
            <pc:docMk/>
            <pc:sldMk cId="1399776537" sldId="2147478980"/>
            <ac:cxnSpMk id="19" creationId="{1F8A2DD3-16A7-65A0-41AC-506E5B8B6DF6}"/>
          </ac:cxnSpMkLst>
        </pc:cxnChg>
      </pc:sldChg>
    </pc:docChg>
  </pc:docChgLst>
  <pc:docChgLst>
    <pc:chgData name="今岡 幹博(Mikihiro Imaoka)" userId="dd3a2948-80dc-465e-ba84-78fb47c2e20f" providerId="ADAL" clId="{CA1C8F6A-E7A9-41B1-8DF5-C66CF0997E8C}"/>
    <pc:docChg chg="undo custSel delSld modSld modSection">
      <pc:chgData name="今岡 幹博(Mikihiro Imaoka)" userId="dd3a2948-80dc-465e-ba84-78fb47c2e20f" providerId="ADAL" clId="{CA1C8F6A-E7A9-41B1-8DF5-C66CF0997E8C}" dt="2025-07-30T00:00:16.988" v="163" actId="47"/>
      <pc:docMkLst>
        <pc:docMk/>
      </pc:docMkLst>
      <pc:sldChg chg="modSp del mod">
        <pc:chgData name="今岡 幹博(Mikihiro Imaoka)" userId="dd3a2948-80dc-465e-ba84-78fb47c2e20f" providerId="ADAL" clId="{CA1C8F6A-E7A9-41B1-8DF5-C66CF0997E8C}" dt="2025-07-30T00:00:16.988" v="163" actId="47"/>
        <pc:sldMkLst>
          <pc:docMk/>
          <pc:sldMk cId="3966505987" sldId="2147478981"/>
        </pc:sldMkLst>
      </pc:sldChg>
      <pc:sldChg chg="addSp delSp modSp mod">
        <pc:chgData name="今岡 幹博(Mikihiro Imaoka)" userId="dd3a2948-80dc-465e-ba84-78fb47c2e20f" providerId="ADAL" clId="{CA1C8F6A-E7A9-41B1-8DF5-C66CF0997E8C}" dt="2025-07-30T00:00:07.910" v="162" actId="1035"/>
        <pc:sldMkLst>
          <pc:docMk/>
          <pc:sldMk cId="2114750165" sldId="2147479060"/>
        </pc:sldMkLst>
        <pc:spChg chg="mod">
          <ac:chgData name="今岡 幹博(Mikihiro Imaoka)" userId="dd3a2948-80dc-465e-ba84-78fb47c2e20f" providerId="ADAL" clId="{CA1C8F6A-E7A9-41B1-8DF5-C66CF0997E8C}" dt="2025-07-29T23:59:47.228" v="127" actId="1037"/>
          <ac:spMkLst>
            <pc:docMk/>
            <pc:sldMk cId="2114750165" sldId="2147479060"/>
            <ac:spMk id="6" creationId="{FD140979-B0BB-EA81-4A36-A3113F24DF3A}"/>
          </ac:spMkLst>
        </pc:spChg>
        <pc:spChg chg="add mod">
          <ac:chgData name="今岡 幹博(Mikihiro Imaoka)" userId="dd3a2948-80dc-465e-ba84-78fb47c2e20f" providerId="ADAL" clId="{CA1C8F6A-E7A9-41B1-8DF5-C66CF0997E8C}" dt="2025-07-29T23:54:27.033" v="3"/>
          <ac:spMkLst>
            <pc:docMk/>
            <pc:sldMk cId="2114750165" sldId="2147479060"/>
            <ac:spMk id="9" creationId="{77737DEC-6C4E-4A76-2D1A-63C964BE68C5}"/>
          </ac:spMkLst>
        </pc:spChg>
        <pc:spChg chg="mod">
          <ac:chgData name="今岡 幹博(Mikihiro Imaoka)" userId="dd3a2948-80dc-465e-ba84-78fb47c2e20f" providerId="ADAL" clId="{CA1C8F6A-E7A9-41B1-8DF5-C66CF0997E8C}" dt="2025-07-29T23:59:54.690" v="141" actId="1037"/>
          <ac:spMkLst>
            <pc:docMk/>
            <pc:sldMk cId="2114750165" sldId="2147479060"/>
            <ac:spMk id="10" creationId="{8A2F210B-E8C9-9253-B8E5-320F3F58DF83}"/>
          </ac:spMkLst>
        </pc:spChg>
        <pc:spChg chg="mod">
          <ac:chgData name="今岡 幹博(Mikihiro Imaoka)" userId="dd3a2948-80dc-465e-ba84-78fb47c2e20f" providerId="ADAL" clId="{CA1C8F6A-E7A9-41B1-8DF5-C66CF0997E8C}" dt="2025-07-29T23:54:54.286" v="8" actId="20577"/>
          <ac:spMkLst>
            <pc:docMk/>
            <pc:sldMk cId="2114750165" sldId="2147479060"/>
            <ac:spMk id="21" creationId="{46DF6493-3337-0FDE-7960-AB88B46F6EB5}"/>
          </ac:spMkLst>
        </pc:spChg>
        <pc:spChg chg="mod">
          <ac:chgData name="今岡 幹博(Mikihiro Imaoka)" userId="dd3a2948-80dc-465e-ba84-78fb47c2e20f" providerId="ADAL" clId="{CA1C8F6A-E7A9-41B1-8DF5-C66CF0997E8C}" dt="2025-07-30T00:00:02.379" v="143" actId="14100"/>
          <ac:spMkLst>
            <pc:docMk/>
            <pc:sldMk cId="2114750165" sldId="2147479060"/>
            <ac:spMk id="23" creationId="{112F4131-D993-BBEA-3ECE-F86CB2999384}"/>
          </ac:spMkLst>
        </pc:spChg>
        <pc:grpChg chg="mod">
          <ac:chgData name="今岡 幹博(Mikihiro Imaoka)" userId="dd3a2948-80dc-465e-ba84-78fb47c2e20f" providerId="ADAL" clId="{CA1C8F6A-E7A9-41B1-8DF5-C66CF0997E8C}" dt="2025-07-30T00:00:07.910" v="162" actId="1035"/>
          <ac:grpSpMkLst>
            <pc:docMk/>
            <pc:sldMk cId="2114750165" sldId="2147479060"/>
            <ac:grpSpMk id="4" creationId="{EF771F0C-651A-C281-74B0-FD9A42E427E3}"/>
          </ac:grpSpMkLst>
        </pc:grpChg>
        <pc:grpChg chg="add mod ord">
          <ac:chgData name="今岡 幹博(Mikihiro Imaoka)" userId="dd3a2948-80dc-465e-ba84-78fb47c2e20f" providerId="ADAL" clId="{CA1C8F6A-E7A9-41B1-8DF5-C66CF0997E8C}" dt="2025-07-29T23:59:39.156" v="113" actId="1036"/>
          <ac:grpSpMkLst>
            <pc:docMk/>
            <pc:sldMk cId="2114750165" sldId="2147479060"/>
            <ac:grpSpMk id="17" creationId="{FD9EFD0D-05D0-3499-1401-E2B33599EBB9}"/>
          </ac:grpSpMkLst>
        </pc:grpChg>
        <pc:picChg chg="add mod ord modCrop">
          <ac:chgData name="今岡 幹博(Mikihiro Imaoka)" userId="dd3a2948-80dc-465e-ba84-78fb47c2e20f" providerId="ADAL" clId="{CA1C8F6A-E7A9-41B1-8DF5-C66CF0997E8C}" dt="2025-07-29T23:58:46.927" v="90" actId="164"/>
          <ac:picMkLst>
            <pc:docMk/>
            <pc:sldMk cId="2114750165" sldId="2147479060"/>
            <ac:picMk id="16" creationId="{E9B0B203-F166-7157-F107-F5CF687F3E28}"/>
          </ac:picMkLst>
        </pc:picChg>
        <pc:picChg chg="add del mod ord modCrop">
          <ac:chgData name="今岡 幹博(Mikihiro Imaoka)" userId="dd3a2948-80dc-465e-ba84-78fb47c2e20f" providerId="ADAL" clId="{CA1C8F6A-E7A9-41B1-8DF5-C66CF0997E8C}" dt="2025-07-29T23:58:46.927" v="90" actId="164"/>
          <ac:picMkLst>
            <pc:docMk/>
            <pc:sldMk cId="2114750165" sldId="2147479060"/>
            <ac:picMk id="50" creationId="{8C007F15-095E-7C25-7DF5-942544575A55}"/>
          </ac:picMkLst>
        </pc:picChg>
        <pc:cxnChg chg="mod">
          <ac:chgData name="今岡 幹博(Mikihiro Imaoka)" userId="dd3a2948-80dc-465e-ba84-78fb47c2e20f" providerId="ADAL" clId="{CA1C8F6A-E7A9-41B1-8DF5-C66CF0997E8C}" dt="2025-07-29T23:59:54.690" v="141" actId="1037"/>
          <ac:cxnSpMkLst>
            <pc:docMk/>
            <pc:sldMk cId="2114750165" sldId="2147479060"/>
            <ac:cxnSpMk id="11" creationId="{C22EBC75-5342-6AA7-1435-79832A43DAEF}"/>
          </ac:cxnSpMkLst>
        </pc:cxnChg>
        <pc:cxnChg chg="mod">
          <ac:chgData name="今岡 幹博(Mikihiro Imaoka)" userId="dd3a2948-80dc-465e-ba84-78fb47c2e20f" providerId="ADAL" clId="{CA1C8F6A-E7A9-41B1-8DF5-C66CF0997E8C}" dt="2025-07-30T00:00:02.379" v="143" actId="14100"/>
          <ac:cxnSpMkLst>
            <pc:docMk/>
            <pc:sldMk cId="2114750165" sldId="2147479060"/>
            <ac:cxnSpMk id="13" creationId="{8B863F16-6E32-8578-A24A-B0216FB87344}"/>
          </ac:cxnSpMkLst>
        </pc:cxnChg>
      </pc:sldChg>
    </pc:docChg>
  </pc:docChgLst>
  <pc:docChgLst>
    <pc:chgData name="小野内 雄一(Yuichi Onouchi)" userId="25f26155-90d4-48cf-af53-6e500664977b" providerId="ADAL" clId="{2AE58EA1-30B0-4197-80C7-9C866A036F3A}"/>
    <pc:docChg chg="modSld">
      <pc:chgData name="小野内 雄一(Yuichi Onouchi)" userId="25f26155-90d4-48cf-af53-6e500664977b" providerId="ADAL" clId="{2AE58EA1-30B0-4197-80C7-9C866A036F3A}" dt="2025-07-30T00:08:23.307" v="14"/>
      <pc:docMkLst>
        <pc:docMk/>
      </pc:docMkLst>
      <pc:sldChg chg="modSp mod">
        <pc:chgData name="小野内 雄一(Yuichi Onouchi)" userId="25f26155-90d4-48cf-af53-6e500664977b" providerId="ADAL" clId="{2AE58EA1-30B0-4197-80C7-9C866A036F3A}" dt="2025-07-30T00:08:23.307" v="14"/>
        <pc:sldMkLst>
          <pc:docMk/>
          <pc:sldMk cId="16232279" sldId="2147479052"/>
        </pc:sldMkLst>
        <pc:spChg chg="mod">
          <ac:chgData name="小野内 雄一(Yuichi Onouchi)" userId="25f26155-90d4-48cf-af53-6e500664977b" providerId="ADAL" clId="{2AE58EA1-30B0-4197-80C7-9C866A036F3A}" dt="2025-07-30T00:08:23.307" v="14"/>
          <ac:spMkLst>
            <pc:docMk/>
            <pc:sldMk cId="16232279" sldId="2147479052"/>
            <ac:spMk id="3" creationId="{DD13C9D8-DD00-BA0B-EBB3-CCB69816C6B7}"/>
          </ac:spMkLst>
        </pc:spChg>
      </pc:sldChg>
      <pc:sldChg chg="modSp mod">
        <pc:chgData name="小野内 雄一(Yuichi Onouchi)" userId="25f26155-90d4-48cf-af53-6e500664977b" providerId="ADAL" clId="{2AE58EA1-30B0-4197-80C7-9C866A036F3A}" dt="2025-07-30T00:05:28.558" v="6" actId="20577"/>
        <pc:sldMkLst>
          <pc:docMk/>
          <pc:sldMk cId="2114750165" sldId="2147479060"/>
        </pc:sldMkLst>
        <pc:spChg chg="mod">
          <ac:chgData name="小野内 雄一(Yuichi Onouchi)" userId="25f26155-90d4-48cf-af53-6e500664977b" providerId="ADAL" clId="{2AE58EA1-30B0-4197-80C7-9C866A036F3A}" dt="2025-07-30T00:05:28.558" v="6" actId="20577"/>
          <ac:spMkLst>
            <pc:docMk/>
            <pc:sldMk cId="2114750165" sldId="2147479060"/>
            <ac:spMk id="9" creationId="{77737DEC-6C4E-4A76-2D1A-63C964BE68C5}"/>
          </ac:spMkLst>
        </pc:spChg>
      </pc:sldChg>
    </pc:docChg>
  </pc:docChgLst>
  <pc:docChgLst>
    <pc:chgData name="河合 寿人(Hisato Kawai)" userId="S::j1933501@jera.co.jp::216780ff-c138-4097-8a2b-a6d3fac060ac" providerId="AD" clId="Web-{6639CA03-AD20-8B8D-6B68-4EFD8C44437A}"/>
    <pc:docChg chg="modSld sldOrd">
      <pc:chgData name="河合 寿人(Hisato Kawai)" userId="S::j1933501@jera.co.jp::216780ff-c138-4097-8a2b-a6d3fac060ac" providerId="AD" clId="Web-{6639CA03-AD20-8B8D-6B68-4EFD8C44437A}" dt="2025-08-20T00:04:19.944" v="11" actId="1076"/>
      <pc:docMkLst>
        <pc:docMk/>
      </pc:docMkLst>
      <pc:sldChg chg="modSp">
        <pc:chgData name="河合 寿人(Hisato Kawai)" userId="S::j1933501@jera.co.jp::216780ff-c138-4097-8a2b-a6d3fac060ac" providerId="AD" clId="Web-{6639CA03-AD20-8B8D-6B68-4EFD8C44437A}" dt="2025-08-20T00:03:53.115" v="3" actId="20577"/>
        <pc:sldMkLst>
          <pc:docMk/>
          <pc:sldMk cId="1736868851" sldId="2147478945"/>
        </pc:sldMkLst>
        <pc:spChg chg="mod">
          <ac:chgData name="河合 寿人(Hisato Kawai)" userId="S::j1933501@jera.co.jp::216780ff-c138-4097-8a2b-a6d3fac060ac" providerId="AD" clId="Web-{6639CA03-AD20-8B8D-6B68-4EFD8C44437A}" dt="2025-08-20T00:03:53.115" v="3" actId="20577"/>
          <ac:spMkLst>
            <pc:docMk/>
            <pc:sldMk cId="1736868851" sldId="2147478945"/>
            <ac:spMk id="3" creationId="{07F4F383-8076-7B4C-2AEB-0EEF90E876D9}"/>
          </ac:spMkLst>
        </pc:spChg>
      </pc:sldChg>
      <pc:sldChg chg="modSp">
        <pc:chgData name="河合 寿人(Hisato Kawai)" userId="S::j1933501@jera.co.jp::216780ff-c138-4097-8a2b-a6d3fac060ac" providerId="AD" clId="Web-{6639CA03-AD20-8B8D-6B68-4EFD8C44437A}" dt="2025-08-20T00:03:57.053" v="5" actId="20577"/>
        <pc:sldMkLst>
          <pc:docMk/>
          <pc:sldMk cId="2899192974" sldId="2147478946"/>
        </pc:sldMkLst>
        <pc:spChg chg="mod">
          <ac:chgData name="河合 寿人(Hisato Kawai)" userId="S::j1933501@jera.co.jp::216780ff-c138-4097-8a2b-a6d3fac060ac" providerId="AD" clId="Web-{6639CA03-AD20-8B8D-6B68-4EFD8C44437A}" dt="2025-08-20T00:03:57.053" v="5" actId="20577"/>
          <ac:spMkLst>
            <pc:docMk/>
            <pc:sldMk cId="2899192974" sldId="2147478946"/>
            <ac:spMk id="3" creationId="{07F4F383-8076-7B4C-2AEB-0EEF90E876D9}"/>
          </ac:spMkLst>
        </pc:spChg>
      </pc:sldChg>
      <pc:sldChg chg="addSp modSp ord">
        <pc:chgData name="河合 寿人(Hisato Kawai)" userId="S::j1933501@jera.co.jp::216780ff-c138-4097-8a2b-a6d3fac060ac" providerId="AD" clId="Web-{6639CA03-AD20-8B8D-6B68-4EFD8C44437A}" dt="2025-08-20T00:04:19.944" v="11" actId="1076"/>
        <pc:sldMkLst>
          <pc:docMk/>
          <pc:sldMk cId="2114750165" sldId="2147479060"/>
        </pc:sldMkLst>
        <pc:spChg chg="mod">
          <ac:chgData name="河合 寿人(Hisato Kawai)" userId="S::j1933501@jera.co.jp::216780ff-c138-4097-8a2b-a6d3fac060ac" providerId="AD" clId="Web-{6639CA03-AD20-8B8D-6B68-4EFD8C44437A}" dt="2025-08-20T00:04:02.865" v="8" actId="20577"/>
          <ac:spMkLst>
            <pc:docMk/>
            <pc:sldMk cId="2114750165" sldId="2147479060"/>
            <ac:spMk id="2" creationId="{6F6EB96F-9F80-1771-63BA-6C11EE804B60}"/>
          </ac:spMkLst>
        </pc:spChg>
        <pc:picChg chg="add mod">
          <ac:chgData name="河合 寿人(Hisato Kawai)" userId="S::j1933501@jera.co.jp::216780ff-c138-4097-8a2b-a6d3fac060ac" providerId="AD" clId="Web-{6639CA03-AD20-8B8D-6B68-4EFD8C44437A}" dt="2025-08-20T00:04:19.944" v="11" actId="1076"/>
          <ac:picMkLst>
            <pc:docMk/>
            <pc:sldMk cId="2114750165" sldId="2147479060"/>
            <ac:picMk id="7" creationId="{99D2F28D-B25B-7AB3-DB77-4F7E8FD95E4B}"/>
          </ac:picMkLst>
        </pc:picChg>
      </pc:sldChg>
    </pc:docChg>
  </pc:docChgLst>
  <pc:docChgLst>
    <pc:chgData name="河合 寿人(Hisato Kawai)" userId="S::j1933501@jera.co.jp::216780ff-c138-4097-8a2b-a6d3fac060ac" providerId="AD" clId="Web-{823F4AC0-D05F-4D43-F22C-E4C372EB293C}"/>
    <pc:docChg chg="modSld">
      <pc:chgData name="河合 寿人(Hisato Kawai)" userId="S::j1933501@jera.co.jp::216780ff-c138-4097-8a2b-a6d3fac060ac" providerId="AD" clId="Web-{823F4AC0-D05F-4D43-F22C-E4C372EB293C}" dt="2025-07-30T04:19:09.712" v="0"/>
      <pc:docMkLst>
        <pc:docMk/>
      </pc:docMkLst>
      <pc:sldChg chg="delSp">
        <pc:chgData name="河合 寿人(Hisato Kawai)" userId="S::j1933501@jera.co.jp::216780ff-c138-4097-8a2b-a6d3fac060ac" providerId="AD" clId="Web-{823F4AC0-D05F-4D43-F22C-E4C372EB293C}" dt="2025-07-30T04:19:09.712" v="0"/>
        <pc:sldMkLst>
          <pc:docMk/>
          <pc:sldMk cId="608619808" sldId="2147478909"/>
        </pc:sldMkLst>
      </pc:sldChg>
    </pc:docChg>
  </pc:docChgLst>
  <pc:docChgLst>
    <pc:chgData name="河合 寿人(Hisato Kawai)" userId="216780ff-c138-4097-8a2b-a6d3fac060ac" providerId="ADAL" clId="{209D2E43-1A3C-42F7-9C7C-7A5D4C35C616}"/>
    <pc:docChg chg="undo custSel modSld">
      <pc:chgData name="河合 寿人(Hisato Kawai)" userId="216780ff-c138-4097-8a2b-a6d3fac060ac" providerId="ADAL" clId="{209D2E43-1A3C-42F7-9C7C-7A5D4C35C616}" dt="2025-08-20T00:08:20.375" v="45"/>
      <pc:docMkLst>
        <pc:docMk/>
      </pc:docMkLst>
      <pc:sldChg chg="modSp">
        <pc:chgData name="河合 寿人(Hisato Kawai)" userId="216780ff-c138-4097-8a2b-a6d3fac060ac" providerId="ADAL" clId="{209D2E43-1A3C-42F7-9C7C-7A5D4C35C616}" dt="2025-08-20T00:08:20.375" v="45"/>
        <pc:sldMkLst>
          <pc:docMk/>
          <pc:sldMk cId="1836494655" sldId="2147478978"/>
        </pc:sldMkLst>
        <pc:graphicFrameChg chg="mod">
          <ac:chgData name="河合 寿人(Hisato Kawai)" userId="216780ff-c138-4097-8a2b-a6d3fac060ac" providerId="ADAL" clId="{209D2E43-1A3C-42F7-9C7C-7A5D4C35C616}" dt="2025-08-20T00:08:20.375" v="45"/>
          <ac:graphicFrameMkLst>
            <pc:docMk/>
            <pc:sldMk cId="1836494655" sldId="2147478978"/>
            <ac:graphicFrameMk id="13" creationId="{D64A334D-258E-3E19-F360-1EDCE9094828}"/>
          </ac:graphicFrameMkLst>
        </pc:graphicFrameChg>
      </pc:sldChg>
      <pc:sldChg chg="addSp delSp modSp mod">
        <pc:chgData name="河合 寿人(Hisato Kawai)" userId="216780ff-c138-4097-8a2b-a6d3fac060ac" providerId="ADAL" clId="{209D2E43-1A3C-42F7-9C7C-7A5D4C35C616}" dt="2025-08-20T00:07:31.079" v="44" actId="14100"/>
        <pc:sldMkLst>
          <pc:docMk/>
          <pc:sldMk cId="2114750165" sldId="2147479060"/>
        </pc:sldMkLst>
        <pc:spChg chg="mod">
          <ac:chgData name="河合 寿人(Hisato Kawai)" userId="216780ff-c138-4097-8a2b-a6d3fac060ac" providerId="ADAL" clId="{209D2E43-1A3C-42F7-9C7C-7A5D4C35C616}" dt="2025-08-20T00:07:22.431" v="43" actId="164"/>
          <ac:spMkLst>
            <pc:docMk/>
            <pc:sldMk cId="2114750165" sldId="2147479060"/>
            <ac:spMk id="6" creationId="{FD140979-B0BB-EA81-4A36-A3113F24DF3A}"/>
          </ac:spMkLst>
        </pc:spChg>
        <pc:spChg chg="mod">
          <ac:chgData name="河合 寿人(Hisato Kawai)" userId="216780ff-c138-4097-8a2b-a6d3fac060ac" providerId="ADAL" clId="{209D2E43-1A3C-42F7-9C7C-7A5D4C35C616}" dt="2025-08-20T00:07:22.431" v="43" actId="164"/>
          <ac:spMkLst>
            <pc:docMk/>
            <pc:sldMk cId="2114750165" sldId="2147479060"/>
            <ac:spMk id="10" creationId="{8A2F210B-E8C9-9253-B8E5-320F3F58DF83}"/>
          </ac:spMkLst>
        </pc:spChg>
        <pc:spChg chg="mod">
          <ac:chgData name="河合 寿人(Hisato Kawai)" userId="216780ff-c138-4097-8a2b-a6d3fac060ac" providerId="ADAL" clId="{209D2E43-1A3C-42F7-9C7C-7A5D4C35C616}" dt="2025-08-20T00:07:22.431" v="43" actId="164"/>
          <ac:spMkLst>
            <pc:docMk/>
            <pc:sldMk cId="2114750165" sldId="2147479060"/>
            <ac:spMk id="23" creationId="{112F4131-D993-BBEA-3ECE-F86CB2999384}"/>
          </ac:spMkLst>
        </pc:spChg>
        <pc:grpChg chg="add mod">
          <ac:chgData name="河合 寿人(Hisato Kawai)" userId="216780ff-c138-4097-8a2b-a6d3fac060ac" providerId="ADAL" clId="{209D2E43-1A3C-42F7-9C7C-7A5D4C35C616}" dt="2025-08-20T00:07:22.431" v="43" actId="164"/>
          <ac:grpSpMkLst>
            <pc:docMk/>
            <pc:sldMk cId="2114750165" sldId="2147479060"/>
            <ac:grpSpMk id="3" creationId="{424D26C8-1B37-6808-20C2-625916D09E50}"/>
          </ac:grpSpMkLst>
        </pc:grpChg>
        <pc:grpChg chg="mod">
          <ac:chgData name="河合 寿人(Hisato Kawai)" userId="216780ff-c138-4097-8a2b-a6d3fac060ac" providerId="ADAL" clId="{209D2E43-1A3C-42F7-9C7C-7A5D4C35C616}" dt="2025-08-20T00:07:22.431" v="43" actId="164"/>
          <ac:grpSpMkLst>
            <pc:docMk/>
            <pc:sldMk cId="2114750165" sldId="2147479060"/>
            <ac:grpSpMk id="4" creationId="{EF771F0C-651A-C281-74B0-FD9A42E427E3}"/>
          </ac:grpSpMkLst>
        </pc:grpChg>
        <pc:grpChg chg="mod">
          <ac:chgData name="河合 寿人(Hisato Kawai)" userId="216780ff-c138-4097-8a2b-a6d3fac060ac" providerId="ADAL" clId="{209D2E43-1A3C-42F7-9C7C-7A5D4C35C616}" dt="2025-08-20T00:07:22.431" v="43" actId="164"/>
          <ac:grpSpMkLst>
            <pc:docMk/>
            <pc:sldMk cId="2114750165" sldId="2147479060"/>
            <ac:grpSpMk id="5" creationId="{C922FADC-7414-5BD2-0090-37A42E24DC37}"/>
          </ac:grpSpMkLst>
        </pc:grpChg>
        <pc:grpChg chg="mod">
          <ac:chgData name="河合 寿人(Hisato Kawai)" userId="216780ff-c138-4097-8a2b-a6d3fac060ac" providerId="ADAL" clId="{209D2E43-1A3C-42F7-9C7C-7A5D4C35C616}" dt="2025-08-20T00:07:22.431" v="43" actId="164"/>
          <ac:grpSpMkLst>
            <pc:docMk/>
            <pc:sldMk cId="2114750165" sldId="2147479060"/>
            <ac:grpSpMk id="8" creationId="{22EA92E1-4F56-8AD0-F968-BE127DD2D6A7}"/>
          </ac:grpSpMkLst>
        </pc:grpChg>
        <pc:grpChg chg="add mod">
          <ac:chgData name="河合 寿人(Hisato Kawai)" userId="216780ff-c138-4097-8a2b-a6d3fac060ac" providerId="ADAL" clId="{209D2E43-1A3C-42F7-9C7C-7A5D4C35C616}" dt="2025-08-20T00:07:22.431" v="43" actId="164"/>
          <ac:grpSpMkLst>
            <pc:docMk/>
            <pc:sldMk cId="2114750165" sldId="2147479060"/>
            <ac:grpSpMk id="12" creationId="{3A7703F8-2707-C534-3E12-CD73B8CDA3FE}"/>
          </ac:grpSpMkLst>
        </pc:grpChg>
        <pc:grpChg chg="del">
          <ac:chgData name="河合 寿人(Hisato Kawai)" userId="216780ff-c138-4097-8a2b-a6d3fac060ac" providerId="ADAL" clId="{209D2E43-1A3C-42F7-9C7C-7A5D4C35C616}" dt="2025-08-20T00:05:01.727" v="0" actId="165"/>
          <ac:grpSpMkLst>
            <pc:docMk/>
            <pc:sldMk cId="2114750165" sldId="2147479060"/>
            <ac:grpSpMk id="17" creationId="{FD9EFD0D-05D0-3499-1401-E2B33599EBB9}"/>
          </ac:grpSpMkLst>
        </pc:grpChg>
        <pc:picChg chg="mod modCrop">
          <ac:chgData name="河合 寿人(Hisato Kawai)" userId="216780ff-c138-4097-8a2b-a6d3fac060ac" providerId="ADAL" clId="{209D2E43-1A3C-42F7-9C7C-7A5D4C35C616}" dt="2025-08-20T00:07:22.431" v="43" actId="164"/>
          <ac:picMkLst>
            <pc:docMk/>
            <pc:sldMk cId="2114750165" sldId="2147479060"/>
            <ac:picMk id="7" creationId="{99D2F28D-B25B-7AB3-DB77-4F7E8FD95E4B}"/>
          </ac:picMkLst>
        </pc:picChg>
        <pc:picChg chg="mod topLvl">
          <ac:chgData name="河合 寿人(Hisato Kawai)" userId="216780ff-c138-4097-8a2b-a6d3fac060ac" providerId="ADAL" clId="{209D2E43-1A3C-42F7-9C7C-7A5D4C35C616}" dt="2025-08-20T00:05:32.538" v="6" actId="338"/>
          <ac:picMkLst>
            <pc:docMk/>
            <pc:sldMk cId="2114750165" sldId="2147479060"/>
            <ac:picMk id="16" creationId="{E9B0B203-F166-7157-F107-F5CF687F3E28}"/>
          </ac:picMkLst>
        </pc:picChg>
        <pc:picChg chg="mod topLvl">
          <ac:chgData name="河合 寿人(Hisato Kawai)" userId="216780ff-c138-4097-8a2b-a6d3fac060ac" providerId="ADAL" clId="{209D2E43-1A3C-42F7-9C7C-7A5D4C35C616}" dt="2025-08-20T00:05:32.538" v="6" actId="338"/>
          <ac:picMkLst>
            <pc:docMk/>
            <pc:sldMk cId="2114750165" sldId="2147479060"/>
            <ac:picMk id="50" creationId="{8C007F15-095E-7C25-7DF5-942544575A55}"/>
          </ac:picMkLst>
        </pc:picChg>
        <pc:cxnChg chg="mod">
          <ac:chgData name="河合 寿人(Hisato Kawai)" userId="216780ff-c138-4097-8a2b-a6d3fac060ac" providerId="ADAL" clId="{209D2E43-1A3C-42F7-9C7C-7A5D4C35C616}" dt="2025-08-20T00:07:22.431" v="43" actId="164"/>
          <ac:cxnSpMkLst>
            <pc:docMk/>
            <pc:sldMk cId="2114750165" sldId="2147479060"/>
            <ac:cxnSpMk id="11" creationId="{C22EBC75-5342-6AA7-1435-79832A43DAEF}"/>
          </ac:cxnSpMkLst>
        </pc:cxnChg>
        <pc:cxnChg chg="mod">
          <ac:chgData name="河合 寿人(Hisato Kawai)" userId="216780ff-c138-4097-8a2b-a6d3fac060ac" providerId="ADAL" clId="{209D2E43-1A3C-42F7-9C7C-7A5D4C35C616}" dt="2025-08-20T00:07:31.079" v="44" actId="14100"/>
          <ac:cxnSpMkLst>
            <pc:docMk/>
            <pc:sldMk cId="2114750165" sldId="2147479060"/>
            <ac:cxnSpMk id="13" creationId="{8B863F16-6E32-8578-A24A-B0216FB87344}"/>
          </ac:cxnSpMkLst>
        </pc:cxnChg>
      </pc:sldChg>
    </pc:docChg>
  </pc:docChgLst>
  <pc:docChgLst>
    <pc:chgData name="今岡 幹博(Mikihiro Imaoka)" userId="dd3a2948-80dc-465e-ba84-78fb47c2e20f" providerId="ADAL" clId="{8F81898B-EB55-4FF3-BCB8-D4CC93E139DA}"/>
    <pc:docChg chg="undo custSel modSld">
      <pc:chgData name="今岡 幹博(Mikihiro Imaoka)" userId="dd3a2948-80dc-465e-ba84-78fb47c2e20f" providerId="ADAL" clId="{8F81898B-EB55-4FF3-BCB8-D4CC93E139DA}" dt="2025-08-08T02:17:40.573" v="2" actId="6549"/>
      <pc:docMkLst>
        <pc:docMk/>
      </pc:docMkLst>
      <pc:sldChg chg="modSp mod">
        <pc:chgData name="今岡 幹博(Mikihiro Imaoka)" userId="dd3a2948-80dc-465e-ba84-78fb47c2e20f" providerId="ADAL" clId="{8F81898B-EB55-4FF3-BCB8-D4CC93E139DA}" dt="2025-08-08T02:17:40.573" v="2" actId="6549"/>
        <pc:sldMkLst>
          <pc:docMk/>
          <pc:sldMk cId="3837915501" sldId="277"/>
        </pc:sldMkLst>
        <pc:spChg chg="mod">
          <ac:chgData name="今岡 幹博(Mikihiro Imaoka)" userId="dd3a2948-80dc-465e-ba84-78fb47c2e20f" providerId="ADAL" clId="{8F81898B-EB55-4FF3-BCB8-D4CC93E139DA}" dt="2025-08-08T02:17:40.573" v="2" actId="6549"/>
          <ac:spMkLst>
            <pc:docMk/>
            <pc:sldMk cId="3837915501" sldId="277"/>
            <ac:spMk id="8" creationId="{00000000-0000-0000-0000-000000000000}"/>
          </ac:spMkLst>
        </pc:spChg>
      </pc:sldChg>
    </pc:docChg>
  </pc:docChgLst>
  <pc:docChgLst>
    <pc:chgData name="宮島 正宏(Masahiro Miyajima)" userId="6f75482e-d5f0-4de1-b2fa-419953a05505" providerId="ADAL" clId="{C47A5EC7-1981-4415-929F-195F2F7DFBF1}"/>
    <pc:docChg chg="modSld">
      <pc:chgData name="宮島 正宏(Masahiro Miyajima)" userId="6f75482e-d5f0-4de1-b2fa-419953a05505" providerId="ADAL" clId="{C47A5EC7-1981-4415-929F-195F2F7DFBF1}" dt="2025-08-07T00:46:26.564" v="17"/>
      <pc:docMkLst>
        <pc:docMk/>
      </pc:docMkLst>
      <pc:sldChg chg="modSp mod">
        <pc:chgData name="宮島 正宏(Masahiro Miyajima)" userId="6f75482e-d5f0-4de1-b2fa-419953a05505" providerId="ADAL" clId="{C47A5EC7-1981-4415-929F-195F2F7DFBF1}" dt="2025-08-07T00:46:26.564" v="17"/>
        <pc:sldMkLst>
          <pc:docMk/>
          <pc:sldMk cId="2315678483" sldId="2147478918"/>
        </pc:sldMkLst>
        <pc:spChg chg="mod">
          <ac:chgData name="宮島 正宏(Masahiro Miyajima)" userId="6f75482e-d5f0-4de1-b2fa-419953a05505" providerId="ADAL" clId="{C47A5EC7-1981-4415-929F-195F2F7DFBF1}" dt="2025-08-07T00:46:26.564" v="17"/>
          <ac:spMkLst>
            <pc:docMk/>
            <pc:sldMk cId="2315678483" sldId="2147478918"/>
            <ac:spMk id="36" creationId="{406480C2-4021-591A-07AD-64A7C077CBD0}"/>
          </ac:spMkLst>
        </pc:spChg>
      </pc:sldChg>
    </pc:docChg>
  </pc:docChgLst>
  <pc:docChgLst>
    <pc:chgData name="小野内 雄一(Yuichi Onouchi)" userId="25f26155-90d4-48cf-af53-6e500664977b" providerId="ADAL" clId="{92BD4B3D-F4AF-44E0-83AA-A5C6F6C64CA7}"/>
    <pc:docChg chg="undo custSel modSld">
      <pc:chgData name="小野内 雄一(Yuichi Onouchi)" userId="25f26155-90d4-48cf-af53-6e500664977b" providerId="ADAL" clId="{92BD4B3D-F4AF-44E0-83AA-A5C6F6C64CA7}" dt="2025-08-01T11:41:01.862" v="386" actId="6549"/>
      <pc:docMkLst>
        <pc:docMk/>
      </pc:docMkLst>
      <pc:sldChg chg="modSp mod">
        <pc:chgData name="小野内 雄一(Yuichi Onouchi)" userId="25f26155-90d4-48cf-af53-6e500664977b" providerId="ADAL" clId="{92BD4B3D-F4AF-44E0-83AA-A5C6F6C64CA7}" dt="2025-08-01T11:41:01.862" v="386" actId="6549"/>
        <pc:sldMkLst>
          <pc:docMk/>
          <pc:sldMk cId="2806378233" sldId="2147478872"/>
        </pc:sldMkLst>
        <pc:spChg chg="mod">
          <ac:chgData name="小野内 雄一(Yuichi Onouchi)" userId="25f26155-90d4-48cf-af53-6e500664977b" providerId="ADAL" clId="{92BD4B3D-F4AF-44E0-83AA-A5C6F6C64CA7}" dt="2025-08-01T11:40:58.488" v="381" actId="14100"/>
          <ac:spMkLst>
            <pc:docMk/>
            <pc:sldMk cId="2806378233" sldId="2147478872"/>
            <ac:spMk id="9" creationId="{FDF547CD-FEF2-176B-2EAE-FFD3FC1A7FC2}"/>
          </ac:spMkLst>
        </pc:spChg>
        <pc:spChg chg="mod">
          <ac:chgData name="小野内 雄一(Yuichi Onouchi)" userId="25f26155-90d4-48cf-af53-6e500664977b" providerId="ADAL" clId="{92BD4B3D-F4AF-44E0-83AA-A5C6F6C64CA7}" dt="2025-08-01T11:41:01.862" v="386" actId="6549"/>
          <ac:spMkLst>
            <pc:docMk/>
            <pc:sldMk cId="2806378233" sldId="2147478872"/>
            <ac:spMk id="18" creationId="{29CDE7F4-09A9-BB86-3F67-094BA891236D}"/>
          </ac:spMkLst>
        </pc:spChg>
      </pc:sldChg>
      <pc:sldChg chg="modSp mod">
        <pc:chgData name="小野内 雄一(Yuichi Onouchi)" userId="25f26155-90d4-48cf-af53-6e500664977b" providerId="ADAL" clId="{92BD4B3D-F4AF-44E0-83AA-A5C6F6C64CA7}" dt="2025-08-01T11:25:45.054" v="32" actId="20577"/>
        <pc:sldMkLst>
          <pc:docMk/>
          <pc:sldMk cId="602113174" sldId="2147478912"/>
        </pc:sldMkLst>
        <pc:spChg chg="mod">
          <ac:chgData name="小野内 雄一(Yuichi Onouchi)" userId="25f26155-90d4-48cf-af53-6e500664977b" providerId="ADAL" clId="{92BD4B3D-F4AF-44E0-83AA-A5C6F6C64CA7}" dt="2025-08-01T11:25:45.054" v="32" actId="20577"/>
          <ac:spMkLst>
            <pc:docMk/>
            <pc:sldMk cId="602113174" sldId="2147478912"/>
            <ac:spMk id="35" creationId="{2F1BB191-27B4-6098-E988-FB1FD18628DF}"/>
          </ac:spMkLst>
        </pc:spChg>
        <pc:spChg chg="mod">
          <ac:chgData name="小野内 雄一(Yuichi Onouchi)" userId="25f26155-90d4-48cf-af53-6e500664977b" providerId="ADAL" clId="{92BD4B3D-F4AF-44E0-83AA-A5C6F6C64CA7}" dt="2025-08-01T11:25:40.642" v="27" actId="20577"/>
          <ac:spMkLst>
            <pc:docMk/>
            <pc:sldMk cId="602113174" sldId="2147478912"/>
            <ac:spMk id="40" creationId="{CD84FDDE-E206-04C6-FC4F-5BD2E3FCFDB3}"/>
          </ac:spMkLst>
        </pc:spChg>
      </pc:sldChg>
      <pc:sldChg chg="modSp mod">
        <pc:chgData name="小野内 雄一(Yuichi Onouchi)" userId="25f26155-90d4-48cf-af53-6e500664977b" providerId="ADAL" clId="{92BD4B3D-F4AF-44E0-83AA-A5C6F6C64CA7}" dt="2025-08-01T11:26:02.737" v="60" actId="6549"/>
        <pc:sldMkLst>
          <pc:docMk/>
          <pc:sldMk cId="1195004234" sldId="2147478930"/>
        </pc:sldMkLst>
        <pc:spChg chg="mod">
          <ac:chgData name="小野内 雄一(Yuichi Onouchi)" userId="25f26155-90d4-48cf-af53-6e500664977b" providerId="ADAL" clId="{92BD4B3D-F4AF-44E0-83AA-A5C6F6C64CA7}" dt="2025-08-01T11:26:02.737" v="60" actId="6549"/>
          <ac:spMkLst>
            <pc:docMk/>
            <pc:sldMk cId="1195004234" sldId="2147478930"/>
            <ac:spMk id="33" creationId="{57A07C85-C5AC-2FBC-90DE-7B97E024C4A0}"/>
          </ac:spMkLst>
        </pc:spChg>
        <pc:spChg chg="mod">
          <ac:chgData name="小野内 雄一(Yuichi Onouchi)" userId="25f26155-90d4-48cf-af53-6e500664977b" providerId="ADAL" clId="{92BD4B3D-F4AF-44E0-83AA-A5C6F6C64CA7}" dt="2025-08-01T11:25:58.895" v="54" actId="6549"/>
          <ac:spMkLst>
            <pc:docMk/>
            <pc:sldMk cId="1195004234" sldId="2147478930"/>
            <ac:spMk id="43" creationId="{AD21B9AB-F38C-9638-1E39-69B922BAFA73}"/>
          </ac:spMkLst>
        </pc:spChg>
      </pc:sldChg>
      <pc:sldChg chg="modSp mod">
        <pc:chgData name="小野内 雄一(Yuichi Onouchi)" userId="25f26155-90d4-48cf-af53-6e500664977b" providerId="ADAL" clId="{92BD4B3D-F4AF-44E0-83AA-A5C6F6C64CA7}" dt="2025-08-01T11:34:14.719" v="124" actId="14100"/>
        <pc:sldMkLst>
          <pc:docMk/>
          <pc:sldMk cId="3500615882" sldId="2147478944"/>
        </pc:sldMkLst>
        <pc:spChg chg="mod">
          <ac:chgData name="小野内 雄一(Yuichi Onouchi)" userId="25f26155-90d4-48cf-af53-6e500664977b" providerId="ADAL" clId="{92BD4B3D-F4AF-44E0-83AA-A5C6F6C64CA7}" dt="2025-08-01T11:34:14.719" v="124" actId="14100"/>
          <ac:spMkLst>
            <pc:docMk/>
            <pc:sldMk cId="3500615882" sldId="2147478944"/>
            <ac:spMk id="42" creationId="{02ED4C06-CDF2-4763-80C1-6F9658D14286}"/>
          </ac:spMkLst>
        </pc:spChg>
        <pc:grpChg chg="mod">
          <ac:chgData name="小野内 雄一(Yuichi Onouchi)" userId="25f26155-90d4-48cf-af53-6e500664977b" providerId="ADAL" clId="{92BD4B3D-F4AF-44E0-83AA-A5C6F6C64CA7}" dt="2025-08-01T11:34:11.137" v="123" actId="1036"/>
          <ac:grpSpMkLst>
            <pc:docMk/>
            <pc:sldMk cId="3500615882" sldId="2147478944"/>
            <ac:grpSpMk id="12" creationId="{0FD6C65E-3643-354A-DFDA-20275CE26A7A}"/>
          </ac:grpSpMkLst>
        </pc:grpChg>
      </pc:sldChg>
      <pc:sldChg chg="modSp mod">
        <pc:chgData name="小野内 雄一(Yuichi Onouchi)" userId="25f26155-90d4-48cf-af53-6e500664977b" providerId="ADAL" clId="{92BD4B3D-F4AF-44E0-83AA-A5C6F6C64CA7}" dt="2025-08-01T11:34:51.933" v="154" actId="20577"/>
        <pc:sldMkLst>
          <pc:docMk/>
          <pc:sldMk cId="1736868851" sldId="2147478945"/>
        </pc:sldMkLst>
        <pc:spChg chg="mod">
          <ac:chgData name="小野内 雄一(Yuichi Onouchi)" userId="25f26155-90d4-48cf-af53-6e500664977b" providerId="ADAL" clId="{92BD4B3D-F4AF-44E0-83AA-A5C6F6C64CA7}" dt="2025-08-01T11:34:51.933" v="154" actId="20577"/>
          <ac:spMkLst>
            <pc:docMk/>
            <pc:sldMk cId="1736868851" sldId="2147478945"/>
            <ac:spMk id="19" creationId="{A8C23EBC-A6EC-1720-AF29-D3FE6FA671D1}"/>
          </ac:spMkLst>
        </pc:spChg>
        <pc:spChg chg="mod">
          <ac:chgData name="小野内 雄一(Yuichi Onouchi)" userId="25f26155-90d4-48cf-af53-6e500664977b" providerId="ADAL" clId="{92BD4B3D-F4AF-44E0-83AA-A5C6F6C64CA7}" dt="2025-08-01T11:34:47.614" v="149" actId="20577"/>
          <ac:spMkLst>
            <pc:docMk/>
            <pc:sldMk cId="1736868851" sldId="2147478945"/>
            <ac:spMk id="42" creationId="{B7EFAE65-5D38-C702-048F-4D142D24AFCE}"/>
          </ac:spMkLst>
        </pc:spChg>
      </pc:sldChg>
      <pc:sldChg chg="modSp mod">
        <pc:chgData name="小野内 雄一(Yuichi Onouchi)" userId="25f26155-90d4-48cf-af53-6e500664977b" providerId="ADAL" clId="{92BD4B3D-F4AF-44E0-83AA-A5C6F6C64CA7}" dt="2025-08-01T11:35:04.930" v="196" actId="20577"/>
        <pc:sldMkLst>
          <pc:docMk/>
          <pc:sldMk cId="2899192974" sldId="2147478946"/>
        </pc:sldMkLst>
        <pc:spChg chg="mod">
          <ac:chgData name="小野内 雄一(Yuichi Onouchi)" userId="25f26155-90d4-48cf-af53-6e500664977b" providerId="ADAL" clId="{92BD4B3D-F4AF-44E0-83AA-A5C6F6C64CA7}" dt="2025-08-01T11:35:01.313" v="191" actId="1038"/>
          <ac:spMkLst>
            <pc:docMk/>
            <pc:sldMk cId="2899192974" sldId="2147478946"/>
            <ac:spMk id="2" creationId="{AC09E311-1715-7C0A-29F3-90B8992AEFE3}"/>
          </ac:spMkLst>
        </pc:spChg>
        <pc:spChg chg="mod">
          <ac:chgData name="小野内 雄一(Yuichi Onouchi)" userId="25f26155-90d4-48cf-af53-6e500664977b" providerId="ADAL" clId="{92BD4B3D-F4AF-44E0-83AA-A5C6F6C64CA7}" dt="2025-08-01T11:35:01.313" v="191" actId="1038"/>
          <ac:spMkLst>
            <pc:docMk/>
            <pc:sldMk cId="2899192974" sldId="2147478946"/>
            <ac:spMk id="10" creationId="{9CEA7AD0-03F4-CC1C-97A5-651ACFC17D2E}"/>
          </ac:spMkLst>
        </pc:spChg>
        <pc:spChg chg="mod">
          <ac:chgData name="小野内 雄一(Yuichi Onouchi)" userId="25f26155-90d4-48cf-af53-6e500664977b" providerId="ADAL" clId="{92BD4B3D-F4AF-44E0-83AA-A5C6F6C64CA7}" dt="2025-08-01T11:35:01.313" v="191" actId="1038"/>
          <ac:spMkLst>
            <pc:docMk/>
            <pc:sldMk cId="2899192974" sldId="2147478946"/>
            <ac:spMk id="12" creationId="{364443F8-5FDB-37C8-E0AD-92722AF66D2C}"/>
          </ac:spMkLst>
        </pc:spChg>
        <pc:spChg chg="mod">
          <ac:chgData name="小野内 雄一(Yuichi Onouchi)" userId="25f26155-90d4-48cf-af53-6e500664977b" providerId="ADAL" clId="{92BD4B3D-F4AF-44E0-83AA-A5C6F6C64CA7}" dt="2025-08-01T11:35:01.313" v="191" actId="1038"/>
          <ac:spMkLst>
            <pc:docMk/>
            <pc:sldMk cId="2899192974" sldId="2147478946"/>
            <ac:spMk id="13" creationId="{541EC5F4-ECDE-1AB4-7809-17D5B628529C}"/>
          </ac:spMkLst>
        </pc:spChg>
        <pc:spChg chg="mod">
          <ac:chgData name="小野内 雄一(Yuichi Onouchi)" userId="25f26155-90d4-48cf-af53-6e500664977b" providerId="ADAL" clId="{92BD4B3D-F4AF-44E0-83AA-A5C6F6C64CA7}" dt="2025-08-01T11:35:01.313" v="191" actId="1038"/>
          <ac:spMkLst>
            <pc:docMk/>
            <pc:sldMk cId="2899192974" sldId="2147478946"/>
            <ac:spMk id="30" creationId="{AC985132-7094-B639-D321-16E7BE4B52C8}"/>
          </ac:spMkLst>
        </pc:spChg>
        <pc:spChg chg="mod">
          <ac:chgData name="小野内 雄一(Yuichi Onouchi)" userId="25f26155-90d4-48cf-af53-6e500664977b" providerId="ADAL" clId="{92BD4B3D-F4AF-44E0-83AA-A5C6F6C64CA7}" dt="2025-08-01T11:35:04.930" v="196" actId="20577"/>
          <ac:spMkLst>
            <pc:docMk/>
            <pc:sldMk cId="2899192974" sldId="2147478946"/>
            <ac:spMk id="39" creationId="{64050C85-9BC9-52EB-0078-52D3B77084EC}"/>
          </ac:spMkLst>
        </pc:spChg>
        <pc:grpChg chg="mod">
          <ac:chgData name="小野内 雄一(Yuichi Onouchi)" userId="25f26155-90d4-48cf-af53-6e500664977b" providerId="ADAL" clId="{92BD4B3D-F4AF-44E0-83AA-A5C6F6C64CA7}" dt="2025-08-01T11:35:01.313" v="191" actId="1038"/>
          <ac:grpSpMkLst>
            <pc:docMk/>
            <pc:sldMk cId="2899192974" sldId="2147478946"/>
            <ac:grpSpMk id="5" creationId="{FFCB37A4-BD3A-EA38-F54C-42327FB0639A}"/>
          </ac:grpSpMkLst>
        </pc:grpChg>
        <pc:grpChg chg="mod">
          <ac:chgData name="小野内 雄一(Yuichi Onouchi)" userId="25f26155-90d4-48cf-af53-6e500664977b" providerId="ADAL" clId="{92BD4B3D-F4AF-44E0-83AA-A5C6F6C64CA7}" dt="2025-08-01T11:35:01.313" v="191" actId="1038"/>
          <ac:grpSpMkLst>
            <pc:docMk/>
            <pc:sldMk cId="2899192974" sldId="2147478946"/>
            <ac:grpSpMk id="8" creationId="{7AC8BB12-FC39-1BAC-6A7E-6F6254D7C8E3}"/>
          </ac:grpSpMkLst>
        </pc:grpChg>
        <pc:grpChg chg="mod">
          <ac:chgData name="小野内 雄一(Yuichi Onouchi)" userId="25f26155-90d4-48cf-af53-6e500664977b" providerId="ADAL" clId="{92BD4B3D-F4AF-44E0-83AA-A5C6F6C64CA7}" dt="2025-08-01T11:35:01.313" v="191" actId="1038"/>
          <ac:grpSpMkLst>
            <pc:docMk/>
            <pc:sldMk cId="2899192974" sldId="2147478946"/>
            <ac:grpSpMk id="11" creationId="{AA770EF1-D672-1887-9E0B-21A5C1A3313C}"/>
          </ac:grpSpMkLst>
        </pc:grpChg>
        <pc:picChg chg="mod">
          <ac:chgData name="小野内 雄一(Yuichi Onouchi)" userId="25f26155-90d4-48cf-af53-6e500664977b" providerId="ADAL" clId="{92BD4B3D-F4AF-44E0-83AA-A5C6F6C64CA7}" dt="2025-08-01T11:35:01.313" v="191" actId="1038"/>
          <ac:picMkLst>
            <pc:docMk/>
            <pc:sldMk cId="2899192974" sldId="2147478946"/>
            <ac:picMk id="16" creationId="{8621384E-F41F-1887-AB71-1D74D392D558}"/>
          </ac:picMkLst>
        </pc:picChg>
        <pc:picChg chg="mod">
          <ac:chgData name="小野内 雄一(Yuichi Onouchi)" userId="25f26155-90d4-48cf-af53-6e500664977b" providerId="ADAL" clId="{92BD4B3D-F4AF-44E0-83AA-A5C6F6C64CA7}" dt="2025-08-01T11:35:01.313" v="191" actId="1038"/>
          <ac:picMkLst>
            <pc:docMk/>
            <pc:sldMk cId="2899192974" sldId="2147478946"/>
            <ac:picMk id="76" creationId="{10139E06-4546-5BF9-0714-8E606CE3D0B6}"/>
          </ac:picMkLst>
        </pc:picChg>
        <pc:picChg chg="mod">
          <ac:chgData name="小野内 雄一(Yuichi Onouchi)" userId="25f26155-90d4-48cf-af53-6e500664977b" providerId="ADAL" clId="{92BD4B3D-F4AF-44E0-83AA-A5C6F6C64CA7}" dt="2025-08-01T11:35:01.313" v="191" actId="1038"/>
          <ac:picMkLst>
            <pc:docMk/>
            <pc:sldMk cId="2899192974" sldId="2147478946"/>
            <ac:picMk id="78" creationId="{0CEFD4E6-38DD-97D5-F38C-D4917A99A707}"/>
          </ac:picMkLst>
        </pc:picChg>
        <pc:cxnChg chg="mod">
          <ac:chgData name="小野内 雄一(Yuichi Onouchi)" userId="25f26155-90d4-48cf-af53-6e500664977b" providerId="ADAL" clId="{92BD4B3D-F4AF-44E0-83AA-A5C6F6C64CA7}" dt="2025-08-01T11:35:01.313" v="191" actId="1038"/>
          <ac:cxnSpMkLst>
            <pc:docMk/>
            <pc:sldMk cId="2899192974" sldId="2147478946"/>
            <ac:cxnSpMk id="14" creationId="{DE5217DC-CE75-BDA7-E857-2FA7D6AE9964}"/>
          </ac:cxnSpMkLst>
        </pc:cxnChg>
        <pc:cxnChg chg="mod">
          <ac:chgData name="小野内 雄一(Yuichi Onouchi)" userId="25f26155-90d4-48cf-af53-6e500664977b" providerId="ADAL" clId="{92BD4B3D-F4AF-44E0-83AA-A5C6F6C64CA7}" dt="2025-08-01T11:35:01.313" v="191" actId="1038"/>
          <ac:cxnSpMkLst>
            <pc:docMk/>
            <pc:sldMk cId="2899192974" sldId="2147478946"/>
            <ac:cxnSpMk id="15" creationId="{289CCDDD-62AA-CF26-D204-78B6DDF2BCF1}"/>
          </ac:cxnSpMkLst>
        </pc:cxnChg>
        <pc:cxnChg chg="mod">
          <ac:chgData name="小野内 雄一(Yuichi Onouchi)" userId="25f26155-90d4-48cf-af53-6e500664977b" providerId="ADAL" clId="{92BD4B3D-F4AF-44E0-83AA-A5C6F6C64CA7}" dt="2025-08-01T11:35:01.313" v="191" actId="1038"/>
          <ac:cxnSpMkLst>
            <pc:docMk/>
            <pc:sldMk cId="2899192974" sldId="2147478946"/>
            <ac:cxnSpMk id="29" creationId="{4C492FCB-5330-E4C0-D177-63325B91FC1C}"/>
          </ac:cxnSpMkLst>
        </pc:cxnChg>
      </pc:sldChg>
      <pc:sldChg chg="modSp mod">
        <pc:chgData name="小野内 雄一(Yuichi Onouchi)" userId="25f26155-90d4-48cf-af53-6e500664977b" providerId="ADAL" clId="{92BD4B3D-F4AF-44E0-83AA-A5C6F6C64CA7}" dt="2025-08-01T11:35:13.929" v="200" actId="20577"/>
        <pc:sldMkLst>
          <pc:docMk/>
          <pc:sldMk cId="3411767096" sldId="2147478949"/>
        </pc:sldMkLst>
        <pc:spChg chg="mod">
          <ac:chgData name="小野内 雄一(Yuichi Onouchi)" userId="25f26155-90d4-48cf-af53-6e500664977b" providerId="ADAL" clId="{92BD4B3D-F4AF-44E0-83AA-A5C6F6C64CA7}" dt="2025-08-01T11:35:13.929" v="200" actId="20577"/>
          <ac:spMkLst>
            <pc:docMk/>
            <pc:sldMk cId="3411767096" sldId="2147478949"/>
            <ac:spMk id="27" creationId="{CB4916A7-6033-5F97-C885-A9D3C33A21B6}"/>
          </ac:spMkLst>
        </pc:spChg>
      </pc:sldChg>
      <pc:sldChg chg="modSp mod">
        <pc:chgData name="小野内 雄一(Yuichi Onouchi)" userId="25f26155-90d4-48cf-af53-6e500664977b" providerId="ADAL" clId="{92BD4B3D-F4AF-44E0-83AA-A5C6F6C64CA7}" dt="2025-08-01T11:35:30.679" v="231" actId="20577"/>
        <pc:sldMkLst>
          <pc:docMk/>
          <pc:sldMk cId="460227523" sldId="2147478950"/>
        </pc:sldMkLst>
        <pc:spChg chg="mod">
          <ac:chgData name="小野内 雄一(Yuichi Onouchi)" userId="25f26155-90d4-48cf-af53-6e500664977b" providerId="ADAL" clId="{92BD4B3D-F4AF-44E0-83AA-A5C6F6C64CA7}" dt="2025-08-01T11:35:24.899" v="217" actId="20577"/>
          <ac:spMkLst>
            <pc:docMk/>
            <pc:sldMk cId="460227523" sldId="2147478950"/>
            <ac:spMk id="19" creationId="{D676BA75-C439-7E93-824E-77C6BA4E364B}"/>
          </ac:spMkLst>
        </pc:spChg>
        <pc:spChg chg="mod">
          <ac:chgData name="小野内 雄一(Yuichi Onouchi)" userId="25f26155-90d4-48cf-af53-6e500664977b" providerId="ADAL" clId="{92BD4B3D-F4AF-44E0-83AA-A5C6F6C64CA7}" dt="2025-08-01T11:35:30.679" v="231" actId="20577"/>
          <ac:spMkLst>
            <pc:docMk/>
            <pc:sldMk cId="460227523" sldId="2147478950"/>
            <ac:spMk id="33" creationId="{4ADD2CAF-545A-403F-D5C6-6F2B74A635D2}"/>
          </ac:spMkLst>
        </pc:spChg>
        <pc:spChg chg="mod">
          <ac:chgData name="小野内 雄一(Yuichi Onouchi)" userId="25f26155-90d4-48cf-af53-6e500664977b" providerId="ADAL" clId="{92BD4B3D-F4AF-44E0-83AA-A5C6F6C64CA7}" dt="2025-08-01T11:35:21.307" v="212" actId="20577"/>
          <ac:spMkLst>
            <pc:docMk/>
            <pc:sldMk cId="460227523" sldId="2147478950"/>
            <ac:spMk id="41" creationId="{4A9881EE-A05C-23E3-1B06-961D9B4BBE02}"/>
          </ac:spMkLst>
        </pc:spChg>
      </pc:sldChg>
      <pc:sldChg chg="modSp mod">
        <pc:chgData name="小野内 雄一(Yuichi Onouchi)" userId="25f26155-90d4-48cf-af53-6e500664977b" providerId="ADAL" clId="{92BD4B3D-F4AF-44E0-83AA-A5C6F6C64CA7}" dt="2025-08-01T11:25:25.172" v="19" actId="6549"/>
        <pc:sldMkLst>
          <pc:docMk/>
          <pc:sldMk cId="1689824336" sldId="2147478959"/>
        </pc:sldMkLst>
        <pc:spChg chg="mod">
          <ac:chgData name="小野内 雄一(Yuichi Onouchi)" userId="25f26155-90d4-48cf-af53-6e500664977b" providerId="ADAL" clId="{92BD4B3D-F4AF-44E0-83AA-A5C6F6C64CA7}" dt="2025-08-01T11:25:25.172" v="19" actId="6549"/>
          <ac:spMkLst>
            <pc:docMk/>
            <pc:sldMk cId="1689824336" sldId="2147478959"/>
            <ac:spMk id="43" creationId="{FAA18AFE-70E8-C2A4-216D-80B09AE999D0}"/>
          </ac:spMkLst>
        </pc:spChg>
      </pc:sldChg>
      <pc:sldChg chg="modSp mod">
        <pc:chgData name="小野内 雄一(Yuichi Onouchi)" userId="25f26155-90d4-48cf-af53-6e500664977b" providerId="ADAL" clId="{92BD4B3D-F4AF-44E0-83AA-A5C6F6C64CA7}" dt="2025-08-01T11:33:53.169" v="113" actId="20577"/>
        <pc:sldMkLst>
          <pc:docMk/>
          <pc:sldMk cId="2859278012" sldId="2147478960"/>
        </pc:sldMkLst>
        <pc:spChg chg="mod">
          <ac:chgData name="小野内 雄一(Yuichi Onouchi)" userId="25f26155-90d4-48cf-af53-6e500664977b" providerId="ADAL" clId="{92BD4B3D-F4AF-44E0-83AA-A5C6F6C64CA7}" dt="2025-08-01T11:27:23.737" v="84" actId="20577"/>
          <ac:spMkLst>
            <pc:docMk/>
            <pc:sldMk cId="2859278012" sldId="2147478960"/>
            <ac:spMk id="6" creationId="{914FDBDA-63E4-8D73-0CCB-D3DE18B7CAB7}"/>
          </ac:spMkLst>
        </pc:spChg>
        <pc:spChg chg="mod">
          <ac:chgData name="小野内 雄一(Yuichi Onouchi)" userId="25f26155-90d4-48cf-af53-6e500664977b" providerId="ADAL" clId="{92BD4B3D-F4AF-44E0-83AA-A5C6F6C64CA7}" dt="2025-08-01T11:33:53.169" v="113" actId="20577"/>
          <ac:spMkLst>
            <pc:docMk/>
            <pc:sldMk cId="2859278012" sldId="2147478960"/>
            <ac:spMk id="19" creationId="{55F69FE0-9941-F2D9-9D8C-2A159F00B06B}"/>
          </ac:spMkLst>
        </pc:spChg>
        <pc:spChg chg="mod">
          <ac:chgData name="小野内 雄一(Yuichi Onouchi)" userId="25f26155-90d4-48cf-af53-6e500664977b" providerId="ADAL" clId="{92BD4B3D-F4AF-44E0-83AA-A5C6F6C64CA7}" dt="2025-08-01T11:33:44.851" v="92" actId="6549"/>
          <ac:spMkLst>
            <pc:docMk/>
            <pc:sldMk cId="2859278012" sldId="2147478960"/>
            <ac:spMk id="35" creationId="{5E8A1908-59E8-0A3B-8599-FF6009402A5C}"/>
          </ac:spMkLst>
        </pc:spChg>
        <pc:spChg chg="mod">
          <ac:chgData name="小野内 雄一(Yuichi Onouchi)" userId="25f26155-90d4-48cf-af53-6e500664977b" providerId="ADAL" clId="{92BD4B3D-F4AF-44E0-83AA-A5C6F6C64CA7}" dt="2025-08-01T11:33:49.237" v="100" actId="20577"/>
          <ac:spMkLst>
            <pc:docMk/>
            <pc:sldMk cId="2859278012" sldId="2147478960"/>
            <ac:spMk id="40" creationId="{F2AA7F65-40D9-0C4F-7C9A-85F06E169854}"/>
          </ac:spMkLst>
        </pc:spChg>
      </pc:sldChg>
      <pc:sldChg chg="modSp mod">
        <pc:chgData name="小野内 雄一(Yuichi Onouchi)" userId="25f26155-90d4-48cf-af53-6e500664977b" providerId="ADAL" clId="{92BD4B3D-F4AF-44E0-83AA-A5C6F6C64CA7}" dt="2025-08-01T11:39:00.598" v="301" actId="14100"/>
        <pc:sldMkLst>
          <pc:docMk/>
          <pc:sldMk cId="2010762118" sldId="2147478967"/>
        </pc:sldMkLst>
        <pc:spChg chg="mod">
          <ac:chgData name="小野内 雄一(Yuichi Onouchi)" userId="25f26155-90d4-48cf-af53-6e500664977b" providerId="ADAL" clId="{92BD4B3D-F4AF-44E0-83AA-A5C6F6C64CA7}" dt="2025-08-01T11:38:42.374" v="296" actId="1037"/>
          <ac:spMkLst>
            <pc:docMk/>
            <pc:sldMk cId="2010762118" sldId="2147478967"/>
            <ac:spMk id="31" creationId="{87261A8B-D2EB-C6AC-678C-A02482655655}"/>
          </ac:spMkLst>
        </pc:spChg>
        <pc:spChg chg="mod">
          <ac:chgData name="小野内 雄一(Yuichi Onouchi)" userId="25f26155-90d4-48cf-af53-6e500664977b" providerId="ADAL" clId="{92BD4B3D-F4AF-44E0-83AA-A5C6F6C64CA7}" dt="2025-08-01T11:39:00.598" v="301" actId="14100"/>
          <ac:spMkLst>
            <pc:docMk/>
            <pc:sldMk cId="2010762118" sldId="2147478967"/>
            <ac:spMk id="32" creationId="{D40EE40E-32C0-C993-428E-721D78C6266D}"/>
          </ac:spMkLst>
        </pc:spChg>
        <pc:spChg chg="mod">
          <ac:chgData name="小野内 雄一(Yuichi Onouchi)" userId="25f26155-90d4-48cf-af53-6e500664977b" providerId="ADAL" clId="{92BD4B3D-F4AF-44E0-83AA-A5C6F6C64CA7}" dt="2025-08-01T11:38:54.220" v="299" actId="14100"/>
          <ac:spMkLst>
            <pc:docMk/>
            <pc:sldMk cId="2010762118" sldId="2147478967"/>
            <ac:spMk id="33" creationId="{94584124-F693-88A0-74BA-6FBC318D61B5}"/>
          </ac:spMkLst>
        </pc:spChg>
        <pc:grpChg chg="mod">
          <ac:chgData name="小野内 雄一(Yuichi Onouchi)" userId="25f26155-90d4-48cf-af53-6e500664977b" providerId="ADAL" clId="{92BD4B3D-F4AF-44E0-83AA-A5C6F6C64CA7}" dt="2025-08-01T11:38:37.029" v="281" actId="1035"/>
          <ac:grpSpMkLst>
            <pc:docMk/>
            <pc:sldMk cId="2010762118" sldId="2147478967"/>
            <ac:grpSpMk id="18" creationId="{6CCDCF91-32C3-92ED-58EB-5FC74C1BE8B0}"/>
          </ac:grpSpMkLst>
        </pc:grpChg>
        <pc:picChg chg="mod">
          <ac:chgData name="小野内 雄一(Yuichi Onouchi)" userId="25f26155-90d4-48cf-af53-6e500664977b" providerId="ADAL" clId="{92BD4B3D-F4AF-44E0-83AA-A5C6F6C64CA7}" dt="2025-08-01T11:38:42.374" v="296" actId="1037"/>
          <ac:picMkLst>
            <pc:docMk/>
            <pc:sldMk cId="2010762118" sldId="2147478967"/>
            <ac:picMk id="30" creationId="{696FA972-CBAF-7BF4-FFCD-EFF5AFF09B98}"/>
          </ac:picMkLst>
        </pc:picChg>
        <pc:cxnChg chg="mod">
          <ac:chgData name="小野内 雄一(Yuichi Onouchi)" userId="25f26155-90d4-48cf-af53-6e500664977b" providerId="ADAL" clId="{92BD4B3D-F4AF-44E0-83AA-A5C6F6C64CA7}" dt="2025-08-01T11:38:42.374" v="296" actId="1037"/>
          <ac:cxnSpMkLst>
            <pc:docMk/>
            <pc:sldMk cId="2010762118" sldId="2147478967"/>
            <ac:cxnSpMk id="14" creationId="{84A0EF41-D392-3E14-3F7A-9EFE9C1697B9}"/>
          </ac:cxnSpMkLst>
        </pc:cxnChg>
      </pc:sldChg>
      <pc:sldChg chg="modSp mod">
        <pc:chgData name="小野内 雄一(Yuichi Onouchi)" userId="25f26155-90d4-48cf-af53-6e500664977b" providerId="ADAL" clId="{92BD4B3D-F4AF-44E0-83AA-A5C6F6C64CA7}" dt="2025-08-01T11:39:44.648" v="327" actId="20577"/>
        <pc:sldMkLst>
          <pc:docMk/>
          <pc:sldMk cId="436692305" sldId="2147478972"/>
        </pc:sldMkLst>
        <pc:spChg chg="mod">
          <ac:chgData name="小野内 雄一(Yuichi Onouchi)" userId="25f26155-90d4-48cf-af53-6e500664977b" providerId="ADAL" clId="{92BD4B3D-F4AF-44E0-83AA-A5C6F6C64CA7}" dt="2025-08-01T11:39:44.648" v="327" actId="20577"/>
          <ac:spMkLst>
            <pc:docMk/>
            <pc:sldMk cId="436692305" sldId="2147478972"/>
            <ac:spMk id="31" creationId="{502A0E49-10AF-E796-B653-4D61124089E9}"/>
          </ac:spMkLst>
        </pc:spChg>
        <pc:spChg chg="mod">
          <ac:chgData name="小野内 雄一(Yuichi Onouchi)" userId="25f26155-90d4-48cf-af53-6e500664977b" providerId="ADAL" clId="{92BD4B3D-F4AF-44E0-83AA-A5C6F6C64CA7}" dt="2025-08-01T11:39:29.915" v="322" actId="20577"/>
          <ac:spMkLst>
            <pc:docMk/>
            <pc:sldMk cId="436692305" sldId="2147478972"/>
            <ac:spMk id="42" creationId="{0E5BF022-9271-612D-0B00-6302AE80ABBC}"/>
          </ac:spMkLst>
        </pc:spChg>
        <pc:spChg chg="mod">
          <ac:chgData name="小野内 雄一(Yuichi Onouchi)" userId="25f26155-90d4-48cf-af53-6e500664977b" providerId="ADAL" clId="{92BD4B3D-F4AF-44E0-83AA-A5C6F6C64CA7}" dt="2025-08-01T11:39:21.120" v="309" actId="6549"/>
          <ac:spMkLst>
            <pc:docMk/>
            <pc:sldMk cId="436692305" sldId="2147478972"/>
            <ac:spMk id="47" creationId="{E0D25190-E5E6-5D9C-E6C8-DD4525937224}"/>
          </ac:spMkLst>
        </pc:spChg>
      </pc:sldChg>
      <pc:sldChg chg="modSp mod">
        <pc:chgData name="小野内 雄一(Yuichi Onouchi)" userId="25f26155-90d4-48cf-af53-6e500664977b" providerId="ADAL" clId="{92BD4B3D-F4AF-44E0-83AA-A5C6F6C64CA7}" dt="2025-08-01T11:40:03.375" v="340" actId="20577"/>
        <pc:sldMkLst>
          <pc:docMk/>
          <pc:sldMk cId="1747669240" sldId="2147478974"/>
        </pc:sldMkLst>
        <pc:spChg chg="mod">
          <ac:chgData name="小野内 雄一(Yuichi Onouchi)" userId="25f26155-90d4-48cf-af53-6e500664977b" providerId="ADAL" clId="{92BD4B3D-F4AF-44E0-83AA-A5C6F6C64CA7}" dt="2025-08-01T11:39:56.425" v="335" actId="6549"/>
          <ac:spMkLst>
            <pc:docMk/>
            <pc:sldMk cId="1747669240" sldId="2147478974"/>
            <ac:spMk id="30" creationId="{40A72F1C-6B7B-D85E-2942-18C9095EF98D}"/>
          </ac:spMkLst>
        </pc:spChg>
        <pc:spChg chg="mod">
          <ac:chgData name="小野内 雄一(Yuichi Onouchi)" userId="25f26155-90d4-48cf-af53-6e500664977b" providerId="ADAL" clId="{92BD4B3D-F4AF-44E0-83AA-A5C6F6C64CA7}" dt="2025-08-01T11:40:03.375" v="340" actId="20577"/>
          <ac:spMkLst>
            <pc:docMk/>
            <pc:sldMk cId="1747669240" sldId="2147478974"/>
            <ac:spMk id="40" creationId="{96931C20-F4BF-CA18-0B8A-8CFA068BB3C8}"/>
          </ac:spMkLst>
        </pc:spChg>
      </pc:sldChg>
      <pc:sldChg chg="modSp mod">
        <pc:chgData name="小野内 雄一(Yuichi Onouchi)" userId="25f26155-90d4-48cf-af53-6e500664977b" providerId="ADAL" clId="{92BD4B3D-F4AF-44E0-83AA-A5C6F6C64CA7}" dt="2025-08-01T11:40:28.271" v="364" actId="20577"/>
        <pc:sldMkLst>
          <pc:docMk/>
          <pc:sldMk cId="3986031024" sldId="2147478975"/>
        </pc:sldMkLst>
        <pc:spChg chg="mod">
          <ac:chgData name="小野内 雄一(Yuichi Onouchi)" userId="25f26155-90d4-48cf-af53-6e500664977b" providerId="ADAL" clId="{92BD4B3D-F4AF-44E0-83AA-A5C6F6C64CA7}" dt="2025-08-01T11:40:23.709" v="361" actId="20577"/>
          <ac:spMkLst>
            <pc:docMk/>
            <pc:sldMk cId="3986031024" sldId="2147478975"/>
            <ac:spMk id="25" creationId="{08E096E4-08C6-51CE-50C8-94DE3692B9B7}"/>
          </ac:spMkLst>
        </pc:spChg>
        <pc:spChg chg="mod">
          <ac:chgData name="小野内 雄一(Yuichi Onouchi)" userId="25f26155-90d4-48cf-af53-6e500664977b" providerId="ADAL" clId="{92BD4B3D-F4AF-44E0-83AA-A5C6F6C64CA7}" dt="2025-08-01T11:40:12.454" v="348" actId="6549"/>
          <ac:spMkLst>
            <pc:docMk/>
            <pc:sldMk cId="3986031024" sldId="2147478975"/>
            <ac:spMk id="40" creationId="{2A931B9D-7040-B63A-E2C2-AB3C3E61F523}"/>
          </ac:spMkLst>
        </pc:spChg>
        <pc:spChg chg="mod">
          <ac:chgData name="小野内 雄一(Yuichi Onouchi)" userId="25f26155-90d4-48cf-af53-6e500664977b" providerId="ADAL" clId="{92BD4B3D-F4AF-44E0-83AA-A5C6F6C64CA7}" dt="2025-08-01T11:40:28.271" v="364" actId="20577"/>
          <ac:spMkLst>
            <pc:docMk/>
            <pc:sldMk cId="3986031024" sldId="2147478975"/>
            <ac:spMk id="46" creationId="{AB015ADA-78A7-610B-AE3B-2AB3E1220A0D}"/>
          </ac:spMkLst>
        </pc:spChg>
      </pc:sldChg>
      <pc:sldChg chg="modSp mod">
        <pc:chgData name="小野内 雄一(Yuichi Onouchi)" userId="25f26155-90d4-48cf-af53-6e500664977b" providerId="ADAL" clId="{92BD4B3D-F4AF-44E0-83AA-A5C6F6C64CA7}" dt="2025-08-01T11:40:43.015" v="366" actId="20577"/>
        <pc:sldMkLst>
          <pc:docMk/>
          <pc:sldMk cId="2697081400" sldId="2147478976"/>
        </pc:sldMkLst>
        <pc:spChg chg="mod">
          <ac:chgData name="小野内 雄一(Yuichi Onouchi)" userId="25f26155-90d4-48cf-af53-6e500664977b" providerId="ADAL" clId="{92BD4B3D-F4AF-44E0-83AA-A5C6F6C64CA7}" dt="2025-08-01T11:40:43.015" v="366" actId="20577"/>
          <ac:spMkLst>
            <pc:docMk/>
            <pc:sldMk cId="2697081400" sldId="2147478976"/>
            <ac:spMk id="34" creationId="{AFF2F8D3-0E52-D870-15D3-7556EF6CB94B}"/>
          </ac:spMkLst>
        </pc:spChg>
        <pc:spChg chg="mod">
          <ac:chgData name="小野内 雄一(Yuichi Onouchi)" userId="25f26155-90d4-48cf-af53-6e500664977b" providerId="ADAL" clId="{92BD4B3D-F4AF-44E0-83AA-A5C6F6C64CA7}" dt="2025-08-01T11:40:40.672" v="365" actId="6549"/>
          <ac:spMkLst>
            <pc:docMk/>
            <pc:sldMk cId="2697081400" sldId="2147478976"/>
            <ac:spMk id="39" creationId="{16FE519A-8564-39A3-DA05-0004F0A85E96}"/>
          </ac:spMkLst>
        </pc:spChg>
      </pc:sldChg>
      <pc:sldChg chg="modSp mod">
        <pc:chgData name="小野内 雄一(Yuichi Onouchi)" userId="25f26155-90d4-48cf-af53-6e500664977b" providerId="ADAL" clId="{92BD4B3D-F4AF-44E0-83AA-A5C6F6C64CA7}" dt="2025-08-01T11:27:05.170" v="78" actId="6549"/>
        <pc:sldMkLst>
          <pc:docMk/>
          <pc:sldMk cId="442998389" sldId="2147478979"/>
        </pc:sldMkLst>
        <pc:spChg chg="mod">
          <ac:chgData name="小野内 雄一(Yuichi Onouchi)" userId="25f26155-90d4-48cf-af53-6e500664977b" providerId="ADAL" clId="{92BD4B3D-F4AF-44E0-83AA-A5C6F6C64CA7}" dt="2025-08-01T11:27:05.170" v="78" actId="6549"/>
          <ac:spMkLst>
            <pc:docMk/>
            <pc:sldMk cId="442998389" sldId="2147478979"/>
            <ac:spMk id="25" creationId="{A869AE89-C962-5686-D3EF-7AAE78B51755}"/>
          </ac:spMkLst>
        </pc:spChg>
        <pc:spChg chg="mod">
          <ac:chgData name="小野内 雄一(Yuichi Onouchi)" userId="25f26155-90d4-48cf-af53-6e500664977b" providerId="ADAL" clId="{92BD4B3D-F4AF-44E0-83AA-A5C6F6C64CA7}" dt="2025-08-01T11:26:55.589" v="70" actId="20577"/>
          <ac:spMkLst>
            <pc:docMk/>
            <pc:sldMk cId="442998389" sldId="2147478979"/>
            <ac:spMk id="41" creationId="{E155CA25-6F7F-873A-9AF8-78A119465081}"/>
          </ac:spMkLst>
        </pc:spChg>
      </pc:sldChg>
      <pc:sldChg chg="modSp mod">
        <pc:chgData name="小野内 雄一(Yuichi Onouchi)" userId="25f26155-90d4-48cf-af53-6e500664977b" providerId="ADAL" clId="{92BD4B3D-F4AF-44E0-83AA-A5C6F6C64CA7}" dt="2025-08-01T11:35:42.165" v="245" actId="20577"/>
        <pc:sldMkLst>
          <pc:docMk/>
          <pc:sldMk cId="1399776537" sldId="2147478980"/>
        </pc:sldMkLst>
        <pc:spChg chg="mod">
          <ac:chgData name="小野内 雄一(Yuichi Onouchi)" userId="25f26155-90d4-48cf-af53-6e500664977b" providerId="ADAL" clId="{92BD4B3D-F4AF-44E0-83AA-A5C6F6C64CA7}" dt="2025-08-01T11:35:42.165" v="245" actId="20577"/>
          <ac:spMkLst>
            <pc:docMk/>
            <pc:sldMk cId="1399776537" sldId="2147478980"/>
            <ac:spMk id="38" creationId="{60007D89-517D-0755-BA6C-068781AC5BBF}"/>
          </ac:spMkLst>
        </pc:spChg>
        <pc:spChg chg="mod">
          <ac:chgData name="小野内 雄一(Yuichi Onouchi)" userId="25f26155-90d4-48cf-af53-6e500664977b" providerId="ADAL" clId="{92BD4B3D-F4AF-44E0-83AA-A5C6F6C64CA7}" dt="2025-08-01T11:35:38.671" v="240" actId="20577"/>
          <ac:spMkLst>
            <pc:docMk/>
            <pc:sldMk cId="1399776537" sldId="2147478980"/>
            <ac:spMk id="43" creationId="{83C2DDAE-A7C5-6C67-E219-537950305631}"/>
          </ac:spMkLst>
        </pc:spChg>
      </pc:sldChg>
      <pc:sldChg chg="modSp mod">
        <pc:chgData name="小野内 雄一(Yuichi Onouchi)" userId="25f26155-90d4-48cf-af53-6e500664977b" providerId="ADAL" clId="{92BD4B3D-F4AF-44E0-83AA-A5C6F6C64CA7}" dt="2025-08-01T11:24:40.781" v="13" actId="6549"/>
        <pc:sldMkLst>
          <pc:docMk/>
          <pc:sldMk cId="2922547473" sldId="2147479046"/>
        </pc:sldMkLst>
        <pc:spChg chg="mod">
          <ac:chgData name="小野内 雄一(Yuichi Onouchi)" userId="25f26155-90d4-48cf-af53-6e500664977b" providerId="ADAL" clId="{92BD4B3D-F4AF-44E0-83AA-A5C6F6C64CA7}" dt="2025-08-01T11:24:40.781" v="13" actId="6549"/>
          <ac:spMkLst>
            <pc:docMk/>
            <pc:sldMk cId="2922547473" sldId="2147479046"/>
            <ac:spMk id="33" creationId="{BBFDC1A3-CF97-1409-5306-AFF3DEC08367}"/>
          </ac:spMkLst>
        </pc:spChg>
      </pc:sldChg>
      <pc:sldChg chg="modSp mod">
        <pc:chgData name="小野内 雄一(Yuichi Onouchi)" userId="25f26155-90d4-48cf-af53-6e500664977b" providerId="ADAL" clId="{92BD4B3D-F4AF-44E0-83AA-A5C6F6C64CA7}" dt="2025-08-01T11:37:28.448" v="254" actId="6549"/>
        <pc:sldMkLst>
          <pc:docMk/>
          <pc:sldMk cId="16232279" sldId="2147479052"/>
        </pc:sldMkLst>
        <pc:spChg chg="mod">
          <ac:chgData name="小野内 雄一(Yuichi Onouchi)" userId="25f26155-90d4-48cf-af53-6e500664977b" providerId="ADAL" clId="{92BD4B3D-F4AF-44E0-83AA-A5C6F6C64CA7}" dt="2025-08-01T11:37:28.448" v="254" actId="6549"/>
          <ac:spMkLst>
            <pc:docMk/>
            <pc:sldMk cId="16232279" sldId="2147479052"/>
            <ac:spMk id="6" creationId="{914FDBDA-63E4-8D73-0CCB-D3DE18B7CAB7}"/>
          </ac:spMkLst>
        </pc:spChg>
      </pc:sldChg>
      <pc:sldChg chg="modSp mod">
        <pc:chgData name="小野内 雄一(Yuichi Onouchi)" userId="25f26155-90d4-48cf-af53-6e500664977b" providerId="ADAL" clId="{92BD4B3D-F4AF-44E0-83AA-A5C6F6C64CA7}" dt="2025-08-01T11:37:51.201" v="255"/>
        <pc:sldMkLst>
          <pc:docMk/>
          <pc:sldMk cId="2727422993" sldId="2147479053"/>
        </pc:sldMkLst>
        <pc:spChg chg="mod">
          <ac:chgData name="小野内 雄一(Yuichi Onouchi)" userId="25f26155-90d4-48cf-af53-6e500664977b" providerId="ADAL" clId="{92BD4B3D-F4AF-44E0-83AA-A5C6F6C64CA7}" dt="2025-08-01T11:37:51.201" v="255"/>
          <ac:spMkLst>
            <pc:docMk/>
            <pc:sldMk cId="2727422993" sldId="2147479053"/>
            <ac:spMk id="6" creationId="{914FDBDA-63E4-8D73-0CCB-D3DE18B7CAB7}"/>
          </ac:spMkLst>
        </pc:spChg>
      </pc:sldChg>
      <pc:sldChg chg="addSp delSp modSp mod chgLayout">
        <pc:chgData name="小野内 雄一(Yuichi Onouchi)" userId="25f26155-90d4-48cf-af53-6e500664977b" providerId="ADAL" clId="{92BD4B3D-F4AF-44E0-83AA-A5C6F6C64CA7}" dt="2025-08-01T11:36:32.952" v="252" actId="478"/>
        <pc:sldMkLst>
          <pc:docMk/>
          <pc:sldMk cId="2114750165" sldId="2147479060"/>
        </pc:sldMkLst>
        <pc:spChg chg="add mod ord">
          <ac:chgData name="小野内 雄一(Yuichi Onouchi)" userId="25f26155-90d4-48cf-af53-6e500664977b" providerId="ADAL" clId="{92BD4B3D-F4AF-44E0-83AA-A5C6F6C64CA7}" dt="2025-08-01T11:36:28.706" v="251" actId="20577"/>
          <ac:spMkLst>
            <pc:docMk/>
            <pc:sldMk cId="2114750165" sldId="2147479060"/>
            <ac:spMk id="2" creationId="{6F6EB96F-9F80-1771-63BA-6C11EE804B60}"/>
          </ac:spMkLst>
        </pc:spChg>
        <pc:spChg chg="mod">
          <ac:chgData name="小野内 雄一(Yuichi Onouchi)" userId="25f26155-90d4-48cf-af53-6e500664977b" providerId="ADAL" clId="{92BD4B3D-F4AF-44E0-83AA-A5C6F6C64CA7}" dt="2025-08-01T11:36:20.685" v="248" actId="21"/>
          <ac:spMkLst>
            <pc:docMk/>
            <pc:sldMk cId="2114750165" sldId="2147479060"/>
            <ac:spMk id="9" creationId="{77737DEC-6C4E-4A76-2D1A-63C964BE68C5}"/>
          </ac:spMkLst>
        </pc:spChg>
        <pc:spChg chg="mod">
          <ac:chgData name="小野内 雄一(Yuichi Onouchi)" userId="25f26155-90d4-48cf-af53-6e500664977b" providerId="ADAL" clId="{92BD4B3D-F4AF-44E0-83AA-A5C6F6C64CA7}" dt="2025-08-01T11:34:27.016" v="134" actId="20577"/>
          <ac:spMkLst>
            <pc:docMk/>
            <pc:sldMk cId="2114750165" sldId="2147479060"/>
            <ac:spMk id="25" creationId="{A869AE89-C962-5686-D3EF-7AAE78B51755}"/>
          </ac:spMkLst>
        </pc:spChg>
        <pc:spChg chg="mod">
          <ac:chgData name="小野内 雄一(Yuichi Onouchi)" userId="25f26155-90d4-48cf-af53-6e500664977b" providerId="ADAL" clId="{92BD4B3D-F4AF-44E0-83AA-A5C6F6C64CA7}" dt="2025-08-01T11:34:23.743" v="129" actId="20577"/>
          <ac:spMkLst>
            <pc:docMk/>
            <pc:sldMk cId="2114750165" sldId="2147479060"/>
            <ac:spMk id="41" creationId="{E155CA25-6F7F-873A-9AF8-78A119465081}"/>
          </ac:spMkLst>
        </pc:spChg>
      </pc:sldChg>
    </pc:docChg>
  </pc:docChgLst>
  <pc:docChgLst>
    <pc:chgData name="今岡 幹博(Mikihiro Imaoka)" userId="S::j1921621@jera.co.jp::dd3a2948-80dc-465e-ba84-78fb47c2e20f" providerId="AD" clId="Web-{EFF6A581-C3F8-095F-B88E-37813C03E478}"/>
    <pc:docChg chg="modSld">
      <pc:chgData name="今岡 幹博(Mikihiro Imaoka)" userId="S::j1921621@jera.co.jp::dd3a2948-80dc-465e-ba84-78fb47c2e20f" providerId="AD" clId="Web-{EFF6A581-C3F8-095F-B88E-37813C03E478}" dt="2025-08-08T02:16:46.843" v="0" actId="20577"/>
      <pc:docMkLst>
        <pc:docMk/>
      </pc:docMkLst>
      <pc:sldChg chg="modSp">
        <pc:chgData name="今岡 幹博(Mikihiro Imaoka)" userId="S::j1921621@jera.co.jp::dd3a2948-80dc-465e-ba84-78fb47c2e20f" providerId="AD" clId="Web-{EFF6A581-C3F8-095F-B88E-37813C03E478}" dt="2025-08-08T02:16:46.843" v="0" actId="20577"/>
        <pc:sldMkLst>
          <pc:docMk/>
          <pc:sldMk cId="3837915501" sldId="277"/>
        </pc:sldMkLst>
        <pc:spChg chg="mod">
          <ac:chgData name="今岡 幹博(Mikihiro Imaoka)" userId="S::j1921621@jera.co.jp::dd3a2948-80dc-465e-ba84-78fb47c2e20f" providerId="AD" clId="Web-{EFF6A581-C3F8-095F-B88E-37813C03E478}" dt="2025-08-08T02:16:46.843" v="0" actId="20577"/>
          <ac:spMkLst>
            <pc:docMk/>
            <pc:sldMk cId="3837915501" sldId="277"/>
            <ac:spMk id="8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435000" cy="354965"/>
          </a:xfrm>
          <a:prstGeom prst="rect">
            <a:avLst/>
          </a:prstGeom>
        </p:spPr>
        <p:txBody>
          <a:bodyPr vert="horz" lIns="94640" tIns="47320" rIns="94640" bIns="473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5797246" y="0"/>
            <a:ext cx="4435000" cy="354965"/>
          </a:xfrm>
          <a:prstGeom prst="rect">
            <a:avLst/>
          </a:prstGeom>
        </p:spPr>
        <p:txBody>
          <a:bodyPr vert="horz" lIns="94640" tIns="47320" rIns="94640" bIns="47320" rtlCol="0"/>
          <a:lstStyle>
            <a:lvl1pPr algn="r">
              <a:defRPr sz="1200"/>
            </a:lvl1pPr>
          </a:lstStyle>
          <a:p>
            <a:fld id="{6C2C4386-B183-654C-9E7B-D52C24951AF5}" type="datetimeFigureOut">
              <a:rPr kumimoji="1" lang="ja-JP" altLang="en-US" smtClean="0"/>
              <a:t>2026/1/9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6743103"/>
            <a:ext cx="4435000" cy="354965"/>
          </a:xfrm>
          <a:prstGeom prst="rect">
            <a:avLst/>
          </a:prstGeom>
        </p:spPr>
        <p:txBody>
          <a:bodyPr vert="horz" lIns="94640" tIns="47320" rIns="94640" bIns="473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5797246" y="6743103"/>
            <a:ext cx="4435000" cy="354965"/>
          </a:xfrm>
          <a:prstGeom prst="rect">
            <a:avLst/>
          </a:prstGeom>
        </p:spPr>
        <p:txBody>
          <a:bodyPr vert="horz" lIns="94640" tIns="47320" rIns="94640" bIns="47320" rtlCol="0" anchor="b"/>
          <a:lstStyle>
            <a:lvl1pPr algn="r">
              <a:defRPr sz="1200"/>
            </a:lvl1pPr>
          </a:lstStyle>
          <a:p>
            <a:fld id="{349A9920-5521-E443-8442-9DB0AECE16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95034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435000" cy="354965"/>
          </a:xfrm>
          <a:prstGeom prst="rect">
            <a:avLst/>
          </a:prstGeom>
        </p:spPr>
        <p:txBody>
          <a:bodyPr vert="horz" lIns="94640" tIns="47320" rIns="94640" bIns="473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5797246" y="0"/>
            <a:ext cx="4435000" cy="354965"/>
          </a:xfrm>
          <a:prstGeom prst="rect">
            <a:avLst/>
          </a:prstGeom>
        </p:spPr>
        <p:txBody>
          <a:bodyPr vert="horz" lIns="94640" tIns="47320" rIns="94640" bIns="47320" rtlCol="0"/>
          <a:lstStyle>
            <a:lvl1pPr algn="r">
              <a:defRPr sz="1200"/>
            </a:lvl1pPr>
          </a:lstStyle>
          <a:p>
            <a:fld id="{7DC62E43-6BEB-E141-BAB0-607A387E4360}" type="datetimeFigureOut">
              <a:rPr kumimoji="1" lang="ja-JP" altLang="en-US" smtClean="0"/>
              <a:t>2026/1/9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2752725" y="533400"/>
            <a:ext cx="4729163" cy="2660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40" tIns="47320" rIns="94640" bIns="473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1023462" y="3372168"/>
            <a:ext cx="8187690" cy="3194685"/>
          </a:xfrm>
          <a:prstGeom prst="rect">
            <a:avLst/>
          </a:prstGeom>
        </p:spPr>
        <p:txBody>
          <a:bodyPr vert="horz" lIns="94640" tIns="47320" rIns="94640" bIns="473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6743103"/>
            <a:ext cx="4435000" cy="354965"/>
          </a:xfrm>
          <a:prstGeom prst="rect">
            <a:avLst/>
          </a:prstGeom>
        </p:spPr>
        <p:txBody>
          <a:bodyPr vert="horz" lIns="94640" tIns="47320" rIns="94640" bIns="473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5797246" y="6743103"/>
            <a:ext cx="4435000" cy="354965"/>
          </a:xfrm>
          <a:prstGeom prst="rect">
            <a:avLst/>
          </a:prstGeom>
        </p:spPr>
        <p:txBody>
          <a:bodyPr vert="horz" lIns="94640" tIns="47320" rIns="94640" bIns="47320" rtlCol="0" anchor="b"/>
          <a:lstStyle>
            <a:lvl1pPr algn="r">
              <a:defRPr sz="1200"/>
            </a:lvl1pPr>
          </a:lstStyle>
          <a:p>
            <a:fld id="{257D24CB-8007-374D-9E08-03A8819812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423271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2752725" y="533400"/>
            <a:ext cx="4729163" cy="266065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7D24CB-8007-374D-9E08-03A8819812E8}" type="slidenum">
              <a:rPr kumimoji="1" lang="ja-JP" altLang="en-US" smtClean="0"/>
              <a:t>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2040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7D24CB-8007-374D-9E08-03A8819812E8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14148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7D24CB-8007-374D-9E08-03A8819812E8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54607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7D24CB-8007-374D-9E08-03A8819812E8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16274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7D24CB-8007-374D-9E08-03A8819812E8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83502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7D24CB-8007-374D-9E08-03A8819812E8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35204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7D24CB-8007-374D-9E08-03A8819812E8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32932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7D24CB-8007-374D-9E08-03A8819812E8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42589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7D24CB-8007-374D-9E08-03A8819812E8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751300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7D24CB-8007-374D-9E08-03A8819812E8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95486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7D24CB-8007-374D-9E08-03A8819812E8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74585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7D24CB-8007-374D-9E08-03A8819812E8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3476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7D24CB-8007-374D-9E08-03A8819812E8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7258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7D24CB-8007-374D-9E08-03A8819812E8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66177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7D24CB-8007-374D-9E08-03A8819812E8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622921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7D24CB-8007-374D-9E08-03A8819812E8}" type="slidenum">
              <a:rPr kumimoji="1" lang="ja-JP" altLang="en-US" smtClean="0"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0623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7D24CB-8007-374D-9E08-03A8819812E8}" type="slidenum">
              <a:rPr kumimoji="1" lang="ja-JP" altLang="en-US" smtClean="0"/>
              <a:t>16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185161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7D24CB-8007-374D-9E08-03A8819812E8}" type="slidenum">
              <a:rPr kumimoji="1" lang="ja-JP" altLang="en-US" smtClean="0"/>
              <a:t>17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40909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7D24CB-8007-374D-9E08-03A8819812E8}" type="slidenum">
              <a:rPr kumimoji="1" lang="ja-JP" altLang="en-US" smtClean="0"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501993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7D24CB-8007-374D-9E08-03A8819812E8}" type="slidenum">
              <a:rPr kumimoji="1" lang="ja-JP" altLang="en-US" smtClean="0"/>
              <a:t>19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4444793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7D24CB-8007-374D-9E08-03A8819812E8}" type="slidenum">
              <a:rPr kumimoji="1" lang="ja-JP" altLang="en-US" smtClean="0"/>
              <a:t>20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262164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7D24CB-8007-374D-9E08-03A8819812E8}" type="slidenum">
              <a:rPr kumimoji="1" lang="ja-JP" altLang="en-US" smtClean="0"/>
              <a:t>21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160191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7D24CB-8007-374D-9E08-03A8819812E8}" type="slidenum">
              <a:rPr kumimoji="1" lang="ja-JP" altLang="en-US" smtClean="0"/>
              <a:t>22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302793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7D24CB-8007-374D-9E08-03A8819812E8}" type="slidenum">
              <a:rPr kumimoji="1" lang="ja-JP" altLang="en-US" smtClean="0"/>
              <a:t>23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695223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7D24CB-8007-374D-9E08-03A8819812E8}" type="slidenum">
              <a:rPr kumimoji="1" lang="ja-JP" altLang="en-US" smtClean="0"/>
              <a:t>24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448163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7D24CB-8007-374D-9E08-03A8819812E8}" type="slidenum">
              <a:rPr kumimoji="1" lang="ja-JP" altLang="en-US" smtClean="0"/>
              <a:t>25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5277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4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4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4.emf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9.xml"/><Relationship Id="rId7" Type="http://schemas.openxmlformats.org/officeDocument/2006/relationships/tags" Target="../tags/tag13.xml"/><Relationship Id="rId12" Type="http://schemas.openxmlformats.org/officeDocument/2006/relationships/image" Target="../media/image2.pn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tags" Target="../tags/tag12.xml"/><Relationship Id="rId11" Type="http://schemas.openxmlformats.org/officeDocument/2006/relationships/image" Target="../media/image3.png"/><Relationship Id="rId5" Type="http://schemas.openxmlformats.org/officeDocument/2006/relationships/tags" Target="../tags/tag11.xml"/><Relationship Id="rId10" Type="http://schemas.openxmlformats.org/officeDocument/2006/relationships/image" Target="../media/image8.emf"/><Relationship Id="rId4" Type="http://schemas.openxmlformats.org/officeDocument/2006/relationships/tags" Target="../tags/tag10.xml"/><Relationship Id="rId9" Type="http://schemas.openxmlformats.org/officeDocument/2006/relationships/oleObject" Target="../embeddings/oleObject6.bin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B7E776F1-9004-D9AE-1B8C-250A8B363EB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47348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415" imgH="416" progId="TCLayout.ActiveDocument.1">
                  <p:embed/>
                </p:oleObj>
              </mc:Choice>
              <mc:Fallback>
                <p:oleObj name="think-cellスライド" r:id="rId3" imgW="415" imgH="41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7E776F1-9004-D9AE-1B8C-250A8B363EB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図 11" descr="クロスワードパズル, テキスト, 建物, 大きい が含まれている画像&#10;&#10;自動的に生成された説明">
            <a:extLst>
              <a:ext uri="{FF2B5EF4-FFF2-40B4-BE49-F238E27FC236}">
                <a16:creationId xmlns:a16="http://schemas.microsoft.com/office/drawing/2014/main" id="{DF587D47-1E2B-466B-8CEF-D5558074CC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alphaModFix amt="50000"/>
          </a:blip>
          <a:srcRect t="11706" b="3961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タイトル 1">
            <a:extLst>
              <a:ext uri="{FF2B5EF4-FFF2-40B4-BE49-F238E27FC236}">
                <a16:creationId xmlns:a16="http://schemas.microsoft.com/office/drawing/2014/main" id="{6742F71C-537D-49CD-94D2-6F64683CFF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5324" y="2855743"/>
            <a:ext cx="10801351" cy="720000"/>
          </a:xfrm>
        </p:spPr>
        <p:txBody>
          <a:bodyPr vert="horz" anchor="ctr">
            <a:noAutofit/>
          </a:bodyPr>
          <a:lstStyle>
            <a:lvl1pPr algn="l">
              <a:lnSpc>
                <a:spcPct val="120000"/>
              </a:lnSpc>
              <a:defRPr sz="3600"/>
            </a:lvl1pPr>
          </a:lstStyle>
          <a:p>
            <a:r>
              <a:rPr kumimoji="1" lang="ja-JP" altLang="en-US"/>
              <a:t>プレゼンテーションタイトル</a:t>
            </a:r>
          </a:p>
        </p:txBody>
      </p:sp>
      <p:sp>
        <p:nvSpPr>
          <p:cNvPr id="19" name="サブタイトル 2">
            <a:extLst>
              <a:ext uri="{FF2B5EF4-FFF2-40B4-BE49-F238E27FC236}">
                <a16:creationId xmlns:a16="http://schemas.microsoft.com/office/drawing/2014/main" id="{04EA08B8-5006-41AC-9101-F5985FBBA54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5324" y="3602038"/>
            <a:ext cx="10801351" cy="40725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lnSpc>
                <a:spcPct val="120000"/>
              </a:lnSpc>
              <a:buNone/>
              <a:defRPr sz="24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サブタイトル</a:t>
            </a:r>
          </a:p>
        </p:txBody>
      </p:sp>
      <p:pic>
        <p:nvPicPr>
          <p:cNvPr id="21" name="図 20">
            <a:extLst>
              <a:ext uri="{FF2B5EF4-FFF2-40B4-BE49-F238E27FC236}">
                <a16:creationId xmlns:a16="http://schemas.microsoft.com/office/drawing/2014/main" id="{0BF4BDFC-B373-4ABC-9BE4-D1C2FCD51D8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906" y="452496"/>
            <a:ext cx="1295403" cy="710185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B7C675F-8A9A-E542-1BDC-3FCCF88210CC}"/>
              </a:ext>
            </a:extLst>
          </p:cNvPr>
          <p:cNvSpPr txBox="1"/>
          <p:nvPr userDrawn="1"/>
        </p:nvSpPr>
        <p:spPr>
          <a:xfrm>
            <a:off x="9936262" y="6572007"/>
            <a:ext cx="199853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kumimoji="1" lang="en-US" altLang="ja-JP" sz="800" spc="0" baseline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</a:rPr>
              <a:t>© 2025 JERA Co., Inc. All Rights Reserved.</a:t>
            </a:r>
            <a:endParaRPr kumimoji="1" lang="ja-JP" altLang="en-US" sz="900" spc="0" baseline="0">
              <a:solidFill>
                <a:schemeClr val="accent1">
                  <a:lumMod val="7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655238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38">
          <p15:clr>
            <a:srgbClr val="FBAE40"/>
          </p15:clr>
        </p15:guide>
        <p15:guide id="2" pos="724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5E70EB9-274E-2DFB-496D-09944E50BC1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483558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415" imgH="416" progId="TCLayout.ActiveDocument.1">
                  <p:embed/>
                </p:oleObj>
              </mc:Choice>
              <mc:Fallback>
                <p:oleObj name="think-cellスライド" r:id="rId3" imgW="415" imgH="41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5E70EB9-274E-2DFB-496D-09944E50BC1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コンテンツ プレースホルダー 4"/>
          <p:cNvSpPr>
            <a:spLocks noGrp="1"/>
          </p:cNvSpPr>
          <p:nvPr>
            <p:ph sz="quarter" idx="10"/>
          </p:nvPr>
        </p:nvSpPr>
        <p:spPr>
          <a:xfrm>
            <a:off x="263525" y="1233488"/>
            <a:ext cx="11664950" cy="5075237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>
              <a:spcAft>
                <a:spcPts val="1200"/>
              </a:spcAft>
              <a:buClr>
                <a:schemeClr val="bg1"/>
              </a:buClr>
              <a:buFont typeface="ＭＳ Ｐゴシック" panose="020B0600070205080204" pitchFamily="50" charset="-128"/>
              <a:buChar char="・"/>
              <a:defRPr/>
            </a:lvl1pPr>
            <a:lvl2pPr marL="633413" indent="-366713"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Char char="—"/>
              <a:defRPr sz="2200"/>
            </a:lvl2pPr>
            <a:lvl3pPr marL="719138" indent="-271463">
              <a:spcAft>
                <a:spcPts val="1000"/>
              </a:spcAft>
              <a:buClr>
                <a:schemeClr val="tx1"/>
              </a:buClr>
              <a:buFont typeface="Arial" panose="020B0604020202020204" pitchFamily="34" charset="0"/>
              <a:buChar char="—"/>
              <a:defRPr/>
            </a:lvl3pPr>
            <a:lvl4pPr marL="801688" indent="-168275">
              <a:spcAft>
                <a:spcPts val="800"/>
              </a:spcAft>
              <a:buClr>
                <a:schemeClr val="tx1"/>
              </a:buClr>
              <a:buFont typeface="Arial" panose="020B0604020202020204" pitchFamily="34" charset="0"/>
              <a:buChar char="‒"/>
              <a:defRPr sz="1400"/>
            </a:lvl4pPr>
            <a:lvl5pPr marL="900113" indent="-182563"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Char char="‒"/>
              <a:defRPr sz="1200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8" name="タイトル プレースホルダー 1">
            <a:extLst>
              <a:ext uri="{FF2B5EF4-FFF2-40B4-BE49-F238E27FC236}">
                <a16:creationId xmlns:a16="http://schemas.microsoft.com/office/drawing/2014/main" id="{B6C9E3CA-8F62-E13E-1E2D-D70062E1C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499" y="218366"/>
            <a:ext cx="11215099" cy="720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9889648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本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2611D83-7BA8-B4DD-109F-9FF0C997A9D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377682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415" imgH="416" progId="TCLayout.ActiveDocument.1">
                  <p:embed/>
                </p:oleObj>
              </mc:Choice>
              <mc:Fallback>
                <p:oleObj name="think-cellスライド" r:id="rId3" imgW="415" imgH="41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2611D83-7BA8-B4DD-109F-9FF0C997A9D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AE5D69A8-409D-4F63-A23E-BD1AEC690246}"/>
              </a:ext>
            </a:extLst>
          </p:cNvPr>
          <p:cNvSpPr/>
          <p:nvPr userDrawn="1"/>
        </p:nvSpPr>
        <p:spPr>
          <a:xfrm>
            <a:off x="263525" y="1233488"/>
            <a:ext cx="11664950" cy="5075237"/>
          </a:xfrm>
          <a:prstGeom prst="roundRect">
            <a:avLst>
              <a:gd name="adj" fmla="val 897"/>
            </a:avLst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600"/>
          </a:p>
        </p:txBody>
      </p:sp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38D5296-F108-6F6B-AB8F-487DBAD2E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499" y="218366"/>
            <a:ext cx="11215099" cy="720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9137987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フッター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650314E1-311E-F090-25A0-6D2B7B60853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140101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415" imgH="416" progId="TCLayout.ActiveDocument.1">
                  <p:embed/>
                </p:oleObj>
              </mc:Choice>
              <mc:Fallback>
                <p:oleObj name="think-cellスライド" r:id="rId3" imgW="415" imgH="41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50314E1-311E-F090-25A0-6D2B7B6085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図 3" descr="電子機器, 回路 が含まれている画像&#10;&#10;自動的に生成された説明">
            <a:extLst>
              <a:ext uri="{FF2B5EF4-FFF2-40B4-BE49-F238E27FC236}">
                <a16:creationId xmlns:a16="http://schemas.microsoft.com/office/drawing/2014/main" id="{40F26370-46F5-4C72-AAF6-C7930E21873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alphaModFix amt="50000"/>
          </a:blip>
          <a:srcRect t="11788" b="3881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タイトル 1">
            <a:extLst>
              <a:ext uri="{FF2B5EF4-FFF2-40B4-BE49-F238E27FC236}">
                <a16:creationId xmlns:a16="http://schemas.microsoft.com/office/drawing/2014/main" id="{8FB2B1FD-975E-4345-82E0-89B3A7116D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4" y="2929862"/>
            <a:ext cx="10801351" cy="720000"/>
          </a:xfrm>
        </p:spPr>
        <p:txBody>
          <a:bodyPr vert="horz"/>
          <a:lstStyle>
            <a:lvl1pPr>
              <a:lnSpc>
                <a:spcPct val="120000"/>
              </a:lnSpc>
              <a:defRPr sz="3600">
                <a:solidFill>
                  <a:schemeClr val="bg2"/>
                </a:solidFill>
              </a:defRPr>
            </a:lvl1pPr>
          </a:lstStyle>
          <a:p>
            <a:r>
              <a:rPr kumimoji="1" lang="ja-JP" altLang="en-US"/>
              <a:t>チャプタータイトル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B9CAB94-7668-89EF-4CAF-2303B049E0B1}"/>
              </a:ext>
            </a:extLst>
          </p:cNvPr>
          <p:cNvSpPr txBox="1"/>
          <p:nvPr userDrawn="1"/>
        </p:nvSpPr>
        <p:spPr>
          <a:xfrm>
            <a:off x="9936262" y="6572007"/>
            <a:ext cx="199853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kumimoji="1" lang="en-US" altLang="ja-JP" sz="800" spc="0" baseline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</a:rPr>
              <a:t>© 2025 JERA Co., Inc. All Rights Reserved.</a:t>
            </a:r>
            <a:endParaRPr kumimoji="1" lang="ja-JP" altLang="en-US" sz="900" spc="0" baseline="0">
              <a:solidFill>
                <a:schemeClr val="accent1">
                  <a:lumMod val="75000"/>
                </a:schemeClr>
              </a:solidFill>
              <a:latin typeface="+mn-lt"/>
              <a:ea typeface="+mn-ea"/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DCF2B109-663F-19B9-7775-B7A5073E2A7B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250" y="6563824"/>
            <a:ext cx="539497" cy="207264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58AE7FB-75B7-6FDA-0A6F-4AAF3BF3FC11}"/>
              </a:ext>
            </a:extLst>
          </p:cNvPr>
          <p:cNvSpPr txBox="1"/>
          <p:nvPr userDrawn="1"/>
        </p:nvSpPr>
        <p:spPr>
          <a:xfrm>
            <a:off x="5779246" y="6572007"/>
            <a:ext cx="58060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8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</a:rPr>
              <a:t>Page</a:t>
            </a:r>
            <a:r>
              <a:rPr kumimoji="1" lang="ja-JP" altLang="en-US" sz="800" baseline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</a:rPr>
              <a:t> </a:t>
            </a:r>
            <a:fld id="{B07A5307-CE03-4F26-9D50-09948EEB9360}" type="slidenum">
              <a:rPr kumimoji="1" lang="ja-JP" altLang="en-US" sz="800" baseline="0" smtClean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</a:rPr>
              <a:t>‹#›</a:t>
            </a:fld>
            <a:endParaRPr kumimoji="1" lang="ja-JP" altLang="en-US" sz="800">
              <a:solidFill>
                <a:schemeClr val="accent1">
                  <a:lumMod val="7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42947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35180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9" imgW="413" imgH="416" progId="TCLayout.ActiveDocument.1">
                  <p:embed/>
                </p:oleObj>
              </mc:Choice>
              <mc:Fallback>
                <p:oleObj name="think-cellスライド" r:id="rId9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1725BD87-3C3D-45F6-BBCF-F06FD867659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ja-JP" alt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ja-JP" alt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695325" y="172212"/>
            <a:ext cx="11233150" cy="384721"/>
          </a:xfrm>
          <a:prstGeom prst="rect">
            <a:avLst/>
          </a:prstGeom>
        </p:spPr>
        <p:txBody>
          <a:bodyPr vert="horz" lIns="0" tIns="0" rIns="0" bIns="0" anchor="ctr">
            <a:noAutofit/>
          </a:bodyPr>
          <a:lstStyle>
            <a:lvl1pPr rtl="0">
              <a:defRPr sz="2800"/>
            </a:lvl1pPr>
          </a:lstStyle>
          <a:p>
            <a:r>
              <a:rPr lang="en-US" altLang="ja-JP"/>
              <a:t>Click to edit Master title style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695325" y="578844"/>
            <a:ext cx="11233150" cy="473721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just" rtl="0">
              <a:buNone/>
              <a:defRPr sz="1600" b="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ja-JP"/>
              <a:t>Click to edit Master subtitle style</a:t>
            </a:r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910474" y="6498754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altLang="ja-JP" sz="80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E9BE4D1E-183A-499B-BFC7-798294EB7AE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698499" y="41597"/>
            <a:ext cx="11226344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>
            <a:lvl1pPr rtl="0">
              <a:defRPr lang="en-US" sz="800" b="0" dirty="0">
                <a:cs typeface="+mn-cs"/>
              </a:defRPr>
            </a:lvl1pPr>
          </a:lstStyle>
          <a:p>
            <a:pPr lvl="0">
              <a:buNone/>
            </a:pPr>
            <a:r>
              <a:rPr lang="en-US" altLang="ja-JP"/>
              <a:t>Add tracker</a:t>
            </a: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50695981-33B4-5B68-E45D-22AF1F1680EC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250" y="6563824"/>
            <a:ext cx="539497" cy="207264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B7DF390-64F6-7D8C-6407-77F4BBBB4B2E}"/>
              </a:ext>
            </a:extLst>
          </p:cNvPr>
          <p:cNvSpPr txBox="1"/>
          <p:nvPr userDrawn="1"/>
        </p:nvSpPr>
        <p:spPr>
          <a:xfrm>
            <a:off x="11448526" y="6572007"/>
            <a:ext cx="58060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800">
                <a:solidFill>
                  <a:schemeClr val="accent1"/>
                </a:solidFill>
                <a:latin typeface="+mn-lt"/>
                <a:ea typeface="+mn-ea"/>
              </a:rPr>
              <a:t>Page</a:t>
            </a:r>
            <a:r>
              <a:rPr kumimoji="1" lang="ja-JP" altLang="en-US" sz="800" baseline="0">
                <a:solidFill>
                  <a:schemeClr val="accent1"/>
                </a:solidFill>
                <a:latin typeface="+mn-lt"/>
                <a:ea typeface="+mn-ea"/>
              </a:rPr>
              <a:t> </a:t>
            </a:r>
            <a:fld id="{B07A5307-CE03-4F26-9D50-09948EEB9360}" type="slidenum">
              <a:rPr kumimoji="1" lang="ja-JP" altLang="en-US" sz="800" baseline="0" smtClean="0">
                <a:solidFill>
                  <a:schemeClr val="accent1"/>
                </a:solidFill>
                <a:latin typeface="+mn-lt"/>
                <a:ea typeface="+mn-ea"/>
              </a:rPr>
              <a:t>‹#›</a:t>
            </a:fld>
            <a:endParaRPr kumimoji="1" lang="ja-JP" altLang="en-US" sz="800">
              <a:solidFill>
                <a:schemeClr val="accent1"/>
              </a:solidFill>
              <a:latin typeface="+mn-lt"/>
              <a:ea typeface="+mn-ea"/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AEE6E590-6637-FDB8-8E4B-1C1B70C71B23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250" y="160602"/>
            <a:ext cx="257150" cy="89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047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38">
          <p15:clr>
            <a:srgbClr val="FBAE40"/>
          </p15:clr>
        </p15:guide>
        <p15:guide id="2" pos="724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0319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533" y="218588"/>
            <a:ext cx="11614936" cy="6318517"/>
          </a:xfrm>
          <a:prstGeom prst="rect">
            <a:avLst/>
          </a:prstGeom>
        </p:spPr>
      </p:pic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451768" y="2929862"/>
            <a:ext cx="10972800" cy="720000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チャプタータイトル</a:t>
            </a:r>
          </a:p>
        </p:txBody>
      </p:sp>
    </p:spTree>
    <p:extLst>
      <p:ext uri="{BB962C8B-B14F-4D97-AF65-F5344CB8AC3E}">
        <p14:creationId xmlns:p14="http://schemas.microsoft.com/office/powerpoint/2010/main" val="3944030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0" Type="http://schemas.openxmlformats.org/officeDocument/2006/relationships/oleObject" Target="../embeddings/oleObject1.bin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6B4515B-F156-4A8F-94B4-B2C3945A8BB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9"/>
            </p:custDataLst>
            <p:extLst>
              <p:ext uri="{D42A27DB-BD31-4B8C-83A1-F6EECF244321}">
                <p14:modId xmlns:p14="http://schemas.microsoft.com/office/powerpoint/2010/main" val="9800667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10" imgW="498" imgH="499" progId="TCLayout.ActiveDocument.1">
                  <p:embed/>
                </p:oleObj>
              </mc:Choice>
              <mc:Fallback>
                <p:oleObj name="think-cellスライド" r:id="rId10" imgW="498" imgH="499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6B4515B-F156-4A8F-94B4-B2C3945A8B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タイトル プレースホルダー 1">
            <a:extLst>
              <a:ext uri="{FF2B5EF4-FFF2-40B4-BE49-F238E27FC236}">
                <a16:creationId xmlns:a16="http://schemas.microsoft.com/office/drawing/2014/main" id="{DADC13EB-8EC5-4A44-A156-02FA5BF23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499" y="218366"/>
            <a:ext cx="11215099" cy="720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F5EDEFE8-FA95-410C-B4D7-5FF909A9A73B}"/>
              </a:ext>
            </a:extLst>
          </p:cNvPr>
          <p:cNvCxnSpPr/>
          <p:nvPr userDrawn="1"/>
        </p:nvCxnSpPr>
        <p:spPr>
          <a:xfrm>
            <a:off x="287053" y="1085637"/>
            <a:ext cx="11616000" cy="0"/>
          </a:xfrm>
          <a:prstGeom prst="line">
            <a:avLst/>
          </a:prstGeom>
          <a:ln w="12700">
            <a:solidFill>
              <a:schemeClr val="bg2">
                <a:lumMod val="40000"/>
                <a:lumOff val="6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13C60CE3-4EE9-4BE5-9586-4D6451BB275D}"/>
              </a:ext>
            </a:extLst>
          </p:cNvPr>
          <p:cNvCxnSpPr>
            <a:cxnSpLocks/>
          </p:cNvCxnSpPr>
          <p:nvPr userDrawn="1"/>
        </p:nvCxnSpPr>
        <p:spPr>
          <a:xfrm>
            <a:off x="287053" y="6472728"/>
            <a:ext cx="11641422" cy="0"/>
          </a:xfrm>
          <a:prstGeom prst="line">
            <a:avLst/>
          </a:prstGeom>
          <a:ln w="12700">
            <a:solidFill>
              <a:schemeClr val="bg2">
                <a:lumMod val="40000"/>
                <a:lumOff val="60000"/>
              </a:schemeClr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AD2E86E7-8AF8-4D68-ADA0-6B7B481C9578}"/>
              </a:ext>
            </a:extLst>
          </p:cNvPr>
          <p:cNvSpPr txBox="1"/>
          <p:nvPr userDrawn="1"/>
        </p:nvSpPr>
        <p:spPr>
          <a:xfrm>
            <a:off x="5778299" y="6572007"/>
            <a:ext cx="58060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800">
                <a:solidFill>
                  <a:schemeClr val="bg2"/>
                </a:solidFill>
                <a:latin typeface="+mn-lt"/>
                <a:ea typeface="+mn-ea"/>
              </a:rPr>
              <a:t>Page</a:t>
            </a:r>
            <a:r>
              <a:rPr kumimoji="1" lang="ja-JP" altLang="en-US" sz="800" baseline="0">
                <a:solidFill>
                  <a:schemeClr val="bg2"/>
                </a:solidFill>
                <a:latin typeface="+mn-lt"/>
                <a:ea typeface="+mn-ea"/>
              </a:rPr>
              <a:t> </a:t>
            </a:r>
            <a:fld id="{B07A5307-CE03-4F26-9D50-09948EEB9360}" type="slidenum">
              <a:rPr kumimoji="1" lang="ja-JP" altLang="en-US" sz="800" baseline="0" smtClean="0">
                <a:solidFill>
                  <a:schemeClr val="bg2"/>
                </a:solidFill>
                <a:latin typeface="+mn-lt"/>
                <a:ea typeface="+mn-ea"/>
              </a:rPr>
              <a:t>‹#›</a:t>
            </a:fld>
            <a:endParaRPr kumimoji="1" lang="ja-JP" altLang="en-US" sz="800">
              <a:solidFill>
                <a:schemeClr val="bg2"/>
              </a:solidFill>
              <a:latin typeface="+mn-lt"/>
              <a:ea typeface="+mn-ea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EA899B99-089F-4104-B922-D0429C160A98}"/>
              </a:ext>
            </a:extLst>
          </p:cNvPr>
          <p:cNvSpPr txBox="1"/>
          <p:nvPr userDrawn="1"/>
        </p:nvSpPr>
        <p:spPr>
          <a:xfrm>
            <a:off x="9936262" y="6572007"/>
            <a:ext cx="1998538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kumimoji="1" lang="en-US" altLang="ja-JP" sz="800" spc="0" baseline="0">
                <a:solidFill>
                  <a:schemeClr val="bg2"/>
                </a:solidFill>
                <a:latin typeface="+mn-lt"/>
                <a:ea typeface="+mn-ea"/>
              </a:rPr>
              <a:t>© 2025 JERA Co., Inc. All Rights Reserved.</a:t>
            </a:r>
            <a:endParaRPr kumimoji="1" lang="ja-JP" altLang="en-US" sz="900" spc="0" baseline="0">
              <a:solidFill>
                <a:schemeClr val="bg2"/>
              </a:solidFill>
              <a:latin typeface="+mn-lt"/>
              <a:ea typeface="+mn-ea"/>
            </a:endParaRPr>
          </a:p>
        </p:txBody>
      </p:sp>
      <p:pic>
        <p:nvPicPr>
          <p:cNvPr id="18" name="図 17">
            <a:extLst>
              <a:ext uri="{FF2B5EF4-FFF2-40B4-BE49-F238E27FC236}">
                <a16:creationId xmlns:a16="http://schemas.microsoft.com/office/drawing/2014/main" id="{0505224D-13DD-4020-ABEB-DA30D23807BC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250" y="160602"/>
            <a:ext cx="257150" cy="898216"/>
          </a:xfrm>
          <a:prstGeom prst="rect">
            <a:avLst/>
          </a:prstGeom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6A73A25F-97FC-4F44-8EC4-97D08940EFF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250" y="6563824"/>
            <a:ext cx="539497" cy="207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854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6" r:id="rId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kumimoji="1" sz="2800" b="1" kern="120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365125" indent="-365125" algn="l" defTabSz="457200" rtl="0" eaLnBrk="1" latinLnBrk="0" hangingPunct="1">
        <a:spcBef>
          <a:spcPts val="0"/>
        </a:spcBef>
        <a:spcAft>
          <a:spcPts val="600"/>
        </a:spcAft>
        <a:buClr>
          <a:schemeClr val="accent6"/>
        </a:buClr>
        <a:buFont typeface="Wingdings" panose="05000000000000000000" pitchFamily="2" charset="2"/>
        <a:buChar char="n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377825" algn="l" defTabSz="457200" rtl="0" eaLnBrk="1" latinLnBrk="0" hangingPunct="1">
        <a:spcBef>
          <a:spcPts val="0"/>
        </a:spcBef>
        <a:spcAft>
          <a:spcPts val="600"/>
        </a:spcAft>
        <a:buClr>
          <a:schemeClr val="accent6"/>
        </a:buClr>
        <a:buFont typeface="Wingdings" panose="05000000000000000000" pitchFamily="2" charset="2"/>
        <a:buChar char="l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0"/>
        </a:spcBef>
        <a:spcAft>
          <a:spcPts val="600"/>
        </a:spcAft>
        <a:buClr>
          <a:schemeClr val="accent6"/>
        </a:buClr>
        <a:buFont typeface="Arial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0"/>
        </a:spcBef>
        <a:spcAft>
          <a:spcPts val="600"/>
        </a:spcAft>
        <a:buClr>
          <a:schemeClr val="accent6"/>
        </a:buClr>
        <a:buFont typeface="Arial"/>
        <a:buChar char="–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0"/>
        </a:spcBef>
        <a:spcAft>
          <a:spcPts val="600"/>
        </a:spcAft>
        <a:buClr>
          <a:schemeClr val="accent6"/>
        </a:buClr>
        <a:buFont typeface="Arial"/>
        <a:buChar char="»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66">
          <p15:clr>
            <a:srgbClr val="F26B43"/>
          </p15:clr>
        </p15:guide>
        <p15:guide id="2" pos="7514">
          <p15:clr>
            <a:srgbClr val="F26B43"/>
          </p15:clr>
        </p15:guide>
        <p15:guide id="3" orient="horz" pos="777">
          <p15:clr>
            <a:srgbClr val="F26B43"/>
          </p15:clr>
        </p15:guide>
        <p15:guide id="4" orient="horz" pos="397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テキスト プレースホルダー 8"/>
          <p:cNvSpPr txBox="1">
            <a:spLocks/>
          </p:cNvSpPr>
          <p:nvPr/>
        </p:nvSpPr>
        <p:spPr>
          <a:xfrm>
            <a:off x="450168" y="5559270"/>
            <a:ext cx="9052420" cy="841530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0" indent="0" algn="l" defTabSz="457200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Tx/>
              <a:buNone/>
              <a:defRPr kumimoji="1" sz="1800" kern="1200" spc="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365125" indent="0" algn="l" defTabSz="457200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Tx/>
              <a:buNone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Tx/>
              <a:buNone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Tx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Tx/>
              <a:buNone/>
              <a:defRPr kumimoji="1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>
                <a:solidFill>
                  <a:schemeClr val="bg2"/>
                </a:solidFill>
              </a:rPr>
              <a:t>株式会社 </a:t>
            </a:r>
            <a:r>
              <a:rPr lang="en-US" altLang="ja-JP">
                <a:solidFill>
                  <a:schemeClr val="bg2"/>
                </a:solidFill>
              </a:rPr>
              <a:t>JERA</a:t>
            </a:r>
            <a:r>
              <a:rPr lang="ja-JP" altLang="en-US">
                <a:solidFill>
                  <a:schemeClr val="bg2"/>
                </a:solidFill>
              </a:rPr>
              <a:t>　デジタルソリューション統括部</a:t>
            </a:r>
            <a:endParaRPr lang="en-US" altLang="ja-JP">
              <a:solidFill>
                <a:schemeClr val="bg2"/>
              </a:solidFill>
            </a:endParaRPr>
          </a:p>
          <a:p>
            <a:r>
              <a:rPr lang="ja-JP" altLang="en-US">
                <a:solidFill>
                  <a:schemeClr val="bg2"/>
                </a:solidFill>
              </a:rPr>
              <a:t>コーポレートデジタルソリューション部　支社</a:t>
            </a:r>
            <a:r>
              <a:rPr lang="en-US" altLang="ja-JP">
                <a:solidFill>
                  <a:schemeClr val="bg2"/>
                </a:solidFill>
              </a:rPr>
              <a:t>IT</a:t>
            </a:r>
            <a:r>
              <a:rPr lang="ja-JP" altLang="en-US">
                <a:solidFill>
                  <a:schemeClr val="bg2"/>
                </a:solidFill>
              </a:rPr>
              <a:t>ソリューションユニット</a:t>
            </a: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AD223544-3192-4A32-9803-A16551380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855743"/>
            <a:ext cx="12192000" cy="720000"/>
          </a:xfrm>
        </p:spPr>
        <p:txBody>
          <a:bodyPr>
            <a:normAutofit/>
          </a:bodyPr>
          <a:lstStyle/>
          <a:p>
            <a:pPr algn="ctr"/>
            <a:r>
              <a:rPr lang="en-US" altLang="ja-JP" dirty="0">
                <a:cs typeface="Arial"/>
              </a:rPr>
              <a:t>【</a:t>
            </a:r>
            <a:r>
              <a:rPr lang="en-US" altLang="ja-JP" dirty="0" err="1">
                <a:cs typeface="Arial"/>
              </a:rPr>
              <a:t>StudioX</a:t>
            </a:r>
            <a:r>
              <a:rPr lang="en-US" altLang="ja-JP" dirty="0">
                <a:cs typeface="Arial"/>
              </a:rPr>
              <a:t>】</a:t>
            </a:r>
            <a:r>
              <a:rPr lang="ja-JP" altLang="en-US" dirty="0">
                <a:cs typeface="Arial"/>
              </a:rPr>
              <a:t>ミニロボ</a:t>
            </a:r>
            <a:r>
              <a:rPr lang="en-US" altLang="ja-JP" dirty="0">
                <a:cs typeface="Arial"/>
              </a:rPr>
              <a:t>_Excel</a:t>
            </a:r>
            <a:r>
              <a:rPr lang="ja-JP" altLang="en-US" dirty="0">
                <a:cs typeface="Arial"/>
              </a:rPr>
              <a:t>とブラウザ操作</a:t>
            </a:r>
            <a:endParaRPr lang="en-US" altLang="ja-JP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37915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07F4F383-8076-7B4C-2AEB-0EEF90E87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kumimoji="1" lang="ja-JP" altLang="en-US" dirty="0"/>
          </a:p>
        </p:txBody>
      </p:sp>
      <p:pic>
        <p:nvPicPr>
          <p:cNvPr id="42" name="図 41">
            <a:extLst>
              <a:ext uri="{FF2B5EF4-FFF2-40B4-BE49-F238E27FC236}">
                <a16:creationId xmlns:a16="http://schemas.microsoft.com/office/drawing/2014/main" id="{5630F04A-F2C1-5CEB-F0D4-EB84A21F41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1080000"/>
            <a:ext cx="10304081" cy="5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103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07F4F383-8076-7B4C-2AEB-0EEF90E87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endParaRPr kumimoji="1" lang="ja-JP" altLang="en-US" dirty="0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F98BD188-EC56-6768-8803-44AA5ED5D7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1080000"/>
            <a:ext cx="10704594" cy="5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769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07F4F383-8076-7B4C-2AEB-0EEF90E87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endParaRPr kumimoji="1" lang="ja-JP" altLang="en-US" dirty="0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4927BC02-37FA-A8F1-06E8-BA5DE7AD1B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1080000"/>
            <a:ext cx="10300255" cy="5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547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07F4F383-8076-7B4C-2AEB-0EEF90E87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endParaRPr kumimoji="1" lang="ja-JP" altLang="en-US" dirty="0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20908D59-DEEB-C652-3212-8560878100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1080000"/>
            <a:ext cx="7714287" cy="5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451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07F4F383-8076-7B4C-2AEB-0EEF90E87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endParaRPr kumimoji="1" lang="ja-JP" altLang="en-US" dirty="0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3AA4512E-93C9-3A0C-CE12-A9C18312AB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1080000"/>
            <a:ext cx="7180938" cy="5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273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07F4F383-8076-7B4C-2AEB-0EEF90E87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endParaRPr kumimoji="1" lang="ja-JP" altLang="en-US" dirty="0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9D4ACA7A-794F-3751-6CBD-E9C609BE6A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1080000"/>
            <a:ext cx="10800000" cy="3869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1252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07F4F383-8076-7B4C-2AEB-0EEF90E87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endParaRPr kumimoji="1" lang="ja-JP" altLang="en-US" dirty="0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C3596DEC-C1A9-6761-F670-C106E21E8A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1080000"/>
            <a:ext cx="9443076" cy="5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0251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07F4F383-8076-7B4C-2AEB-0EEF90E87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endParaRPr kumimoji="1" lang="ja-JP" altLang="en-US" dirty="0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E4C9E240-450A-57DA-D212-7552F073CD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1080000"/>
            <a:ext cx="10800000" cy="468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5866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07F4F383-8076-7B4C-2AEB-0EEF90E87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endParaRPr kumimoji="1" lang="ja-JP" altLang="en-US" dirty="0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077F23F2-2213-B854-8002-F8BC23C6C4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1080000"/>
            <a:ext cx="10577527" cy="5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9596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07F4F383-8076-7B4C-2AEB-0EEF90E87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endParaRPr kumimoji="1" lang="ja-JP" altLang="en-US" dirty="0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F395B998-B596-06E0-F165-B18423C614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1080000"/>
            <a:ext cx="10286588" cy="5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7675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07F4F383-8076-7B4C-2AEB-0EEF90E87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endParaRPr kumimoji="1" lang="ja-JP" altLang="en-US" dirty="0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72570437-EA8D-E422-A117-6DA57EC460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1080000"/>
            <a:ext cx="10165772" cy="5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2738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07F4F383-8076-7B4C-2AEB-0EEF90E87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endParaRPr kumimoji="1" lang="ja-JP" altLang="en-US" dirty="0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9144717E-7EE7-1510-DCB4-5A6F724FD3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1080000"/>
            <a:ext cx="10800000" cy="3301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9182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07F4F383-8076-7B4C-2AEB-0EEF90E87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endParaRPr kumimoji="1" lang="ja-JP" altLang="en-US" dirty="0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4BEF3FB4-C18A-3FEA-E9EC-907641A209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1080000"/>
            <a:ext cx="10800000" cy="4504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8187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07F4F383-8076-7B4C-2AEB-0EEF90E87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endParaRPr kumimoji="1" lang="ja-JP" altLang="en-US" dirty="0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7406635C-2C6E-4875-2026-6E2A23851C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1080000"/>
            <a:ext cx="10800000" cy="2002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4179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07F4F383-8076-7B4C-2AEB-0EEF90E87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endParaRPr kumimoji="1" lang="ja-JP" altLang="en-US" dirty="0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3F9DA8E1-E90A-75CB-C52E-E377A77446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1080000"/>
            <a:ext cx="9632434" cy="5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6640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07F4F383-8076-7B4C-2AEB-0EEF90E87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endParaRPr kumimoji="1" lang="ja-JP" altLang="en-US" dirty="0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5D278760-5A7E-927C-4AE1-77B281E2D8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1080000"/>
            <a:ext cx="10800000" cy="2213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7332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07F4F383-8076-7B4C-2AEB-0EEF90E87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endParaRPr kumimoji="1" lang="ja-JP" altLang="en-US" dirty="0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29A9C3B0-7A2E-C313-D62D-EC8861F5EE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1080000"/>
            <a:ext cx="10800000" cy="3734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3684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07F4F383-8076-7B4C-2AEB-0EEF90E87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endParaRPr kumimoji="1" lang="ja-JP" altLang="en-US" dirty="0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43CDA2FD-774D-B391-58A5-EF97EEC654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1080000"/>
            <a:ext cx="10800000" cy="5188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2363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07F4F383-8076-7B4C-2AEB-0EEF90E87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endParaRPr kumimoji="1" lang="ja-JP" altLang="en-US" dirty="0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DB64121B-0503-D5CA-3EEE-52A3E6958F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1080000"/>
            <a:ext cx="10800000" cy="5159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6983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07F4F383-8076-7B4C-2AEB-0EEF90E87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endParaRPr kumimoji="1" lang="ja-JP" altLang="en-US" dirty="0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F5ED64E7-C8B2-593F-2125-EA503D69D2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1080000"/>
            <a:ext cx="10800000" cy="5371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8423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07F4F383-8076-7B4C-2AEB-0EEF90E87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endParaRPr kumimoji="1" lang="ja-JP" altLang="en-US" dirty="0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5935B338-783A-A416-E35A-E2EADFC868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999" y="1080000"/>
            <a:ext cx="10800000" cy="3821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846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07F4F383-8076-7B4C-2AEB-0EEF90E87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endParaRPr kumimoji="1" lang="ja-JP" altLang="en-US" dirty="0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E2113D76-6A56-190B-AD25-BF53ECD0C7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999" y="1080000"/>
            <a:ext cx="10800000" cy="2983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9444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07F4F383-8076-7B4C-2AEB-0EEF90E87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endParaRPr kumimoji="1" lang="ja-JP" altLang="en-US" dirty="0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D3C11531-0238-7685-22EA-A02B7BDDD1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1080000"/>
            <a:ext cx="9528414" cy="5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1175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07F4F383-8076-7B4C-2AEB-0EEF90E87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endParaRPr kumimoji="1" lang="ja-JP" altLang="en-US" dirty="0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B22E7AD1-D830-636D-D6A3-FBB9F27EFA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1080000"/>
            <a:ext cx="10592309" cy="5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4213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07F4F383-8076-7B4C-2AEB-0EEF90E87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endParaRPr kumimoji="1" lang="ja-JP" altLang="en-US" dirty="0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F1CA41E1-5171-1267-CD38-62809EE51E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1080000"/>
            <a:ext cx="10800000" cy="3677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40499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Lvs1S2qnQw1aA01IUagl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heme/theme1.xml><?xml version="1.0" encoding="utf-8"?>
<a:theme xmlns:a="http://schemas.openxmlformats.org/drawingml/2006/main" name="3_JERAテンプレート">
  <a:themeElements>
    <a:clrScheme name="ユーザー定義 7">
      <a:dk1>
        <a:sysClr val="windowText" lastClr="000000"/>
      </a:dk1>
      <a:lt1>
        <a:sysClr val="window" lastClr="FFFFFF"/>
      </a:lt1>
      <a:dk2>
        <a:srgbClr val="0088CD"/>
      </a:dk2>
      <a:lt2>
        <a:srgbClr val="8096A3"/>
      </a:lt2>
      <a:accent1>
        <a:srgbClr val="8096A3"/>
      </a:accent1>
      <a:accent2>
        <a:srgbClr val="0088CD"/>
      </a:accent2>
      <a:accent3>
        <a:srgbClr val="70B42C"/>
      </a:accent3>
      <a:accent4>
        <a:srgbClr val="E88000"/>
      </a:accent4>
      <a:accent5>
        <a:srgbClr val="D82531"/>
      </a:accent5>
      <a:accent6>
        <a:srgbClr val="893672"/>
      </a:accent6>
      <a:hlink>
        <a:srgbClr val="0000FF"/>
      </a:hlink>
      <a:folHlink>
        <a:srgbClr val="7030A0"/>
      </a:folHlink>
    </a:clrScheme>
    <a:fontScheme name="ユーザー定義 26">
      <a:majorFont>
        <a:latin typeface="Arial"/>
        <a:ea typeface="メイリオ"/>
        <a:cs typeface=""/>
      </a:majorFont>
      <a:minorFont>
        <a:latin typeface="Arial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16200000" scaled="1"/>
        </a:gradFill>
        <a:ln>
          <a:noFill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marL="71755" algn="r">
          <a:defRPr sz="800" b="1" dirty="0" smtClean="0">
            <a:solidFill>
              <a:schemeClr val="bg2">
                <a:lumMod val="75000"/>
              </a:schemeClr>
            </a:solidFill>
            <a:cs typeface="Arial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kumimoji="1" sz="16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ホワイ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ホワイ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542EBB9AEB5BBE4B9DE491019D16F818" ma:contentTypeVersion="18" ma:contentTypeDescription="新しいドキュメントを作成します。" ma:contentTypeScope="" ma:versionID="1915e14f0210b3f958b86c72ecd2d683">
  <xsd:schema xmlns:xsd="http://www.w3.org/2001/XMLSchema" xmlns:xs="http://www.w3.org/2001/XMLSchema" xmlns:p="http://schemas.microsoft.com/office/2006/metadata/properties" xmlns:ns2="ca7d6a75-85ce-4348-a071-06fac5823398" xmlns:ns3="888b7c3f-0c04-43f2-994a-4d15c126527e" targetNamespace="http://schemas.microsoft.com/office/2006/metadata/properties" ma:root="true" ma:fieldsID="063220be620b2a7f1ce4ee35ba13a578" ns2:_="" ns3:_="">
    <xsd:import namespace="ca7d6a75-85ce-4348-a071-06fac5823398"/>
    <xsd:import namespace="888b7c3f-0c04-43f2-994a-4d15c12652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7d6a75-85ce-4348-a071-06fac58233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画像タグ" ma:readOnly="false" ma:fieldId="{5cf76f15-5ced-4ddc-b409-7134ff3c332f}" ma:taxonomyMulti="true" ma:sspId="761ec606-d3f6-431d-aca1-879ead0541e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8b7c3f-0c04-43f2-994a-4d15c126527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af87c870-61a5-4a7c-8f00-14f66c82b7cb}" ma:internalName="TaxCatchAll" ma:showField="CatchAllData" ma:web="888b7c3f-0c04-43f2-994a-4d15c126527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a7d6a75-85ce-4348-a071-06fac5823398">
      <Terms xmlns="http://schemas.microsoft.com/office/infopath/2007/PartnerControls"/>
    </lcf76f155ced4ddcb4097134ff3c332f>
    <TaxCatchAll xmlns="888b7c3f-0c04-43f2-994a-4d15c126527e" xsi:nil="true"/>
    <MediaServiceMetadata xmlns="ca7d6a75-85ce-4348-a071-06fac5823398" xsi:nil="true"/>
    <MediaServiceFastMetadata xmlns="ca7d6a75-85ce-4348-a071-06fac5823398" xsi:nil="true"/>
  </documentManagement>
</p:properties>
</file>

<file path=customXml/itemProps1.xml><?xml version="1.0" encoding="utf-8"?>
<ds:datastoreItem xmlns:ds="http://schemas.openxmlformats.org/officeDocument/2006/customXml" ds:itemID="{E2DA27AC-83C4-4EE9-B46C-151C1CB5C4A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B8F57F4-5C94-442D-BBFE-030D26D3E38F}">
  <ds:schemaRefs>
    <ds:schemaRef ds:uri="888b7c3f-0c04-43f2-994a-4d15c126527e"/>
    <ds:schemaRef ds:uri="ca7d6a75-85ce-4348-a071-06fac582339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DE3A18B7-FA08-4F77-9B4B-210ABC1ECCC3}">
  <ds:schemaRefs>
    <ds:schemaRef ds:uri="http://schemas.microsoft.com/office/2006/documentManagement/types"/>
    <ds:schemaRef ds:uri="http://purl.org/dc/terms/"/>
    <ds:schemaRef ds:uri="888b7c3f-0c04-43f2-994a-4d15c126527e"/>
    <ds:schemaRef ds:uri="ca7d6a75-85ce-4348-a071-06fac5823398"/>
    <ds:schemaRef ds:uri="http://purl.org/dc/dcmitype/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</TotalTime>
  <Words>44</Words>
  <Application>Microsoft Office PowerPoint</Application>
  <PresentationFormat>ワイド画面</PresentationFormat>
  <Paragraphs>29</Paragraphs>
  <Slides>26</Slides>
  <Notes>26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26</vt:i4>
      </vt:variant>
    </vt:vector>
  </HeadingPairs>
  <TitlesOfParts>
    <vt:vector size="34" baseType="lpstr">
      <vt:lpstr>ＭＳ Ｐゴシック</vt:lpstr>
      <vt:lpstr>メイリオ</vt:lpstr>
      <vt:lpstr>Arial</vt:lpstr>
      <vt:lpstr>Calibri</vt:lpstr>
      <vt:lpstr>Segoe UI</vt:lpstr>
      <vt:lpstr>Wingdings</vt:lpstr>
      <vt:lpstr>3_JERAテンプレート</vt:lpstr>
      <vt:lpstr>think-cellスライド</vt:lpstr>
      <vt:lpstr>【StudioX】ミニロボ_Excelとブラウザ操作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Yoshino.Wada@jera.co.jp</dc:creator>
  <cp:lastModifiedBy>浜崎 秀寿(Hidetoshi Hamazaki)</cp:lastModifiedBy>
  <cp:revision>8</cp:revision>
  <cp:lastPrinted>2024-10-18T01:14:48Z</cp:lastPrinted>
  <dcterms:created xsi:type="dcterms:W3CDTF">2014-11-11T09:42:09Z</dcterms:created>
  <dcterms:modified xsi:type="dcterms:W3CDTF">2026-01-08T23:59:21Z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0x010100542EBB9AEB5BBE4B9DE491019D16F818</vt:lpwstr>
  </property>
  <property fmtid="{D5CDD505-2E9C-101B-9397-08002B2CF9AE}" pid="3" name="MediaServiceImageTags">
    <vt:lpwstr/>
  </property>
</Properties>
</file>